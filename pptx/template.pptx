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9.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7" r:id="rId5"/>
    <p:sldId id="272" r:id="rId6"/>
    <p:sldId id="2147483637" r:id="rId7"/>
    <p:sldId id="288" r:id="rId8"/>
    <p:sldId id="2147483639" r:id="rId9"/>
    <p:sldId id="274" r:id="rId10"/>
    <p:sldId id="275" r:id="rId11"/>
    <p:sldId id="2147483641" r:id="rId12"/>
    <p:sldId id="276" r:id="rId13"/>
    <p:sldId id="2147483564" r:id="rId14"/>
    <p:sldId id="362" r:id="rId15"/>
    <p:sldId id="2147483642" r:id="rId16"/>
    <p:sldId id="2147483640" r:id="rId17"/>
    <p:sldId id="2147483644" r:id="rId18"/>
    <p:sldId id="2147483645" r:id="rId19"/>
    <p:sldId id="2147483646" r:id="rId20"/>
    <p:sldId id="2147483647" r:id="rId21"/>
    <p:sldId id="259" r:id="rId22"/>
    <p:sldId id="2147483632" r:id="rId23"/>
    <p:sldId id="266" r:id="rId24"/>
    <p:sldId id="267" r:id="rId25"/>
    <p:sldId id="26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E8B"/>
    <a:srgbClr val="1955BF"/>
    <a:srgbClr val="E50000"/>
    <a:srgbClr val="1E66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F72140-2A97-4C50-9F49-3F78353BD048}" v="300" dt="2026-09-10T11:30:56.136"/>
    <p1510:client id="{682663EE-9845-43A0-9E1A-01A4A04F478E}" v="68" dt="2026-09-10T19:34:08.425"/>
    <p1510:client id="{6B6B8B7A-A0A1-4EB4-A8D5-8C88F9F58ED5}" v="274" dt="2026-09-10T20:14:23.5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Alshabibi" userId="TD7jMY8LmAQEPgytI0coB9bxitAy8MF0w5Te3beeWt4=" providerId="None" clId="Web-{6B6B8B7A-A0A1-4EB4-A8D5-8C88F9F58ED5}"/>
    <pc:docChg chg="addSld delSld modSld sldOrd">
      <pc:chgData name="Omar Alshabibi" userId="TD7jMY8LmAQEPgytI0coB9bxitAy8MF0w5Te3beeWt4=" providerId="None" clId="Web-{6B6B8B7A-A0A1-4EB4-A8D5-8C88F9F58ED5}" dt="2026-09-10T20:14:22.875" v="252" actId="20577"/>
      <pc:docMkLst>
        <pc:docMk/>
      </pc:docMkLst>
      <pc:sldChg chg="addSp modSp">
        <pc:chgData name="Omar Alshabibi" userId="TD7jMY8LmAQEPgytI0coB9bxitAy8MF0w5Te3beeWt4=" providerId="None" clId="Web-{6B6B8B7A-A0A1-4EB4-A8D5-8C88F9F58ED5}" dt="2026-09-10T19:57:30.845" v="79" actId="20577"/>
        <pc:sldMkLst>
          <pc:docMk/>
          <pc:sldMk cId="0" sldId="257"/>
        </pc:sldMkLst>
        <pc:spChg chg="add mod">
          <ac:chgData name="Omar Alshabibi" userId="TD7jMY8LmAQEPgytI0coB9bxitAy8MF0w5Te3beeWt4=" providerId="None" clId="Web-{6B6B8B7A-A0A1-4EB4-A8D5-8C88F9F58ED5}" dt="2026-09-10T19:57:16.751" v="66" actId="1076"/>
          <ac:spMkLst>
            <pc:docMk/>
            <pc:sldMk cId="0" sldId="257"/>
            <ac:spMk id="2" creationId="{605705C3-49B7-6331-8F96-A192A01CCEDC}"/>
          </ac:spMkLst>
        </pc:spChg>
        <pc:spChg chg="add mod">
          <ac:chgData name="Omar Alshabibi" userId="TD7jMY8LmAQEPgytI0coB9bxitAy8MF0w5Te3beeWt4=" providerId="None" clId="Web-{6B6B8B7A-A0A1-4EB4-A8D5-8C88F9F58ED5}" dt="2026-09-10T19:57:30.845" v="79" actId="20577"/>
          <ac:spMkLst>
            <pc:docMk/>
            <pc:sldMk cId="0" sldId="257"/>
            <ac:spMk id="3" creationId="{2C8CD725-8EF8-56CA-14E5-992DDE0C5F06}"/>
          </ac:spMkLst>
        </pc:spChg>
        <pc:spChg chg="mod">
          <ac:chgData name="Omar Alshabibi" userId="TD7jMY8LmAQEPgytI0coB9bxitAy8MF0w5Te3beeWt4=" providerId="None" clId="Web-{6B6B8B7A-A0A1-4EB4-A8D5-8C88F9F58ED5}" dt="2026-09-10T19:57:20.126" v="69" actId="20577"/>
          <ac:spMkLst>
            <pc:docMk/>
            <pc:sldMk cId="0" sldId="257"/>
            <ac:spMk id="32" creationId="{00000000-0000-0000-0000-000000000000}"/>
          </ac:spMkLst>
        </pc:spChg>
        <pc:spChg chg="mod">
          <ac:chgData name="Omar Alshabibi" userId="TD7jMY8LmAQEPgytI0coB9bxitAy8MF0w5Te3beeWt4=" providerId="None" clId="Web-{6B6B8B7A-A0A1-4EB4-A8D5-8C88F9F58ED5}" dt="2026-09-10T19:56:40.704" v="65" actId="1076"/>
          <ac:spMkLst>
            <pc:docMk/>
            <pc:sldMk cId="0" sldId="257"/>
            <ac:spMk id="33" creationId="{00000000-0000-0000-0000-000000000000}"/>
          </ac:spMkLst>
        </pc:spChg>
      </pc:sldChg>
      <pc:sldChg chg="modSp">
        <pc:chgData name="Omar Alshabibi" userId="TD7jMY8LmAQEPgytI0coB9bxitAy8MF0w5Te3beeWt4=" providerId="None" clId="Web-{6B6B8B7A-A0A1-4EB4-A8D5-8C88F9F58ED5}" dt="2026-09-10T20:00:50.266" v="89" actId="14100"/>
        <pc:sldMkLst>
          <pc:docMk/>
          <pc:sldMk cId="0" sldId="258"/>
        </pc:sldMkLst>
        <pc:spChg chg="mod">
          <ac:chgData name="Omar Alshabibi" userId="TD7jMY8LmAQEPgytI0coB9bxitAy8MF0w5Te3beeWt4=" providerId="None" clId="Web-{6B6B8B7A-A0A1-4EB4-A8D5-8C88F9F58ED5}" dt="2026-09-10T20:00:27.673" v="85" actId="20577"/>
          <ac:spMkLst>
            <pc:docMk/>
            <pc:sldMk cId="0" sldId="258"/>
            <ac:spMk id="10" creationId="{00000000-0000-0000-0000-000000000000}"/>
          </ac:spMkLst>
        </pc:spChg>
        <pc:spChg chg="mod">
          <ac:chgData name="Omar Alshabibi" userId="TD7jMY8LmAQEPgytI0coB9bxitAy8MF0w5Te3beeWt4=" providerId="None" clId="Web-{6B6B8B7A-A0A1-4EB4-A8D5-8C88F9F58ED5}" dt="2026-09-10T20:00:21.188" v="84" actId="20577"/>
          <ac:spMkLst>
            <pc:docMk/>
            <pc:sldMk cId="0" sldId="258"/>
            <ac:spMk id="11" creationId="{00000000-0000-0000-0000-000000000000}"/>
          </ac:spMkLst>
        </pc:spChg>
        <pc:spChg chg="mod">
          <ac:chgData name="Omar Alshabibi" userId="TD7jMY8LmAQEPgytI0coB9bxitAy8MF0w5Te3beeWt4=" providerId="None" clId="Web-{6B6B8B7A-A0A1-4EB4-A8D5-8C88F9F58ED5}" dt="2026-09-10T20:00:50.266" v="89" actId="14100"/>
          <ac:spMkLst>
            <pc:docMk/>
            <pc:sldMk cId="0" sldId="258"/>
            <ac:spMk id="12" creationId="{00000000-0000-0000-0000-000000000000}"/>
          </ac:spMkLst>
        </pc:spChg>
      </pc:sldChg>
      <pc:sldChg chg="addSp modSp add replId">
        <pc:chgData name="Omar Alshabibi" userId="TD7jMY8LmAQEPgytI0coB9bxitAy8MF0w5Te3beeWt4=" providerId="None" clId="Web-{6B6B8B7A-A0A1-4EB4-A8D5-8C88F9F58ED5}" dt="2026-09-10T20:13:20.375" v="221" actId="1076"/>
        <pc:sldMkLst>
          <pc:docMk/>
          <pc:sldMk cId="1543037200" sldId="259"/>
        </pc:sldMkLst>
        <pc:spChg chg="mod">
          <ac:chgData name="Omar Alshabibi" userId="TD7jMY8LmAQEPgytI0coB9bxitAy8MF0w5Te3beeWt4=" providerId="None" clId="Web-{6B6B8B7A-A0A1-4EB4-A8D5-8C88F9F58ED5}" dt="2026-09-10T20:07:20.875" v="156" actId="20577"/>
          <ac:spMkLst>
            <pc:docMk/>
            <pc:sldMk cId="1543037200" sldId="259"/>
            <ac:spMk id="10" creationId="{47690CEB-2936-95A5-71C5-8F51912236D7}"/>
          </ac:spMkLst>
        </pc:spChg>
        <pc:spChg chg="mod">
          <ac:chgData name="Omar Alshabibi" userId="TD7jMY8LmAQEPgytI0coB9bxitAy8MF0w5Te3beeWt4=" providerId="None" clId="Web-{6B6B8B7A-A0A1-4EB4-A8D5-8C88F9F58ED5}" dt="2026-09-10T20:08:35.328" v="163" actId="20577"/>
          <ac:spMkLst>
            <pc:docMk/>
            <pc:sldMk cId="1543037200" sldId="259"/>
            <ac:spMk id="11" creationId="{53272280-8917-D8DC-E84E-D88F3D59C7D0}"/>
          </ac:spMkLst>
        </pc:spChg>
        <pc:spChg chg="mod">
          <ac:chgData name="Omar Alshabibi" userId="TD7jMY8LmAQEPgytI0coB9bxitAy8MF0w5Te3beeWt4=" providerId="None" clId="Web-{6B6B8B7A-A0A1-4EB4-A8D5-8C88F9F58ED5}" dt="2026-09-10T20:09:53.063" v="175" actId="20577"/>
          <ac:spMkLst>
            <pc:docMk/>
            <pc:sldMk cId="1543037200" sldId="259"/>
            <ac:spMk id="12" creationId="{E59F850F-476B-88A4-0337-C37AFF7D2B35}"/>
          </ac:spMkLst>
        </pc:spChg>
        <pc:picChg chg="add mod">
          <ac:chgData name="Omar Alshabibi" userId="TD7jMY8LmAQEPgytI0coB9bxitAy8MF0w5Te3beeWt4=" providerId="None" clId="Web-{6B6B8B7A-A0A1-4EB4-A8D5-8C88F9F58ED5}" dt="2026-09-10T20:13:20.375" v="221" actId="1076"/>
          <ac:picMkLst>
            <pc:docMk/>
            <pc:sldMk cId="1543037200" sldId="259"/>
            <ac:picMk id="2" creationId="{98DA8DCF-EF9D-9DFC-4E2E-59F19D636B05}"/>
          </ac:picMkLst>
        </pc:picChg>
      </pc:sldChg>
      <pc:sldChg chg="del">
        <pc:chgData name="Omar Alshabibi" userId="TD7jMY8LmAQEPgytI0coB9bxitAy8MF0w5Te3beeWt4=" providerId="None" clId="Web-{6B6B8B7A-A0A1-4EB4-A8D5-8C88F9F58ED5}" dt="2026-09-10T20:13:00.469" v="214"/>
        <pc:sldMkLst>
          <pc:docMk/>
          <pc:sldMk cId="0" sldId="260"/>
        </pc:sldMkLst>
      </pc:sldChg>
      <pc:sldChg chg="del">
        <pc:chgData name="Omar Alshabibi" userId="TD7jMY8LmAQEPgytI0coB9bxitAy8MF0w5Te3beeWt4=" providerId="None" clId="Web-{6B6B8B7A-A0A1-4EB4-A8D5-8C88F9F58ED5}" dt="2026-09-10T20:13:02.578" v="215"/>
        <pc:sldMkLst>
          <pc:docMk/>
          <pc:sldMk cId="0" sldId="261"/>
        </pc:sldMkLst>
      </pc:sldChg>
      <pc:sldChg chg="del">
        <pc:chgData name="Omar Alshabibi" userId="TD7jMY8LmAQEPgytI0coB9bxitAy8MF0w5Te3beeWt4=" providerId="None" clId="Web-{6B6B8B7A-A0A1-4EB4-A8D5-8C88F9F58ED5}" dt="2026-09-10T20:13:03.500" v="216"/>
        <pc:sldMkLst>
          <pc:docMk/>
          <pc:sldMk cId="0" sldId="262"/>
        </pc:sldMkLst>
      </pc:sldChg>
      <pc:sldChg chg="del">
        <pc:chgData name="Omar Alshabibi" userId="TD7jMY8LmAQEPgytI0coB9bxitAy8MF0w5Te3beeWt4=" providerId="None" clId="Web-{6B6B8B7A-A0A1-4EB4-A8D5-8C88F9F58ED5}" dt="2026-09-10T20:13:04.859" v="217"/>
        <pc:sldMkLst>
          <pc:docMk/>
          <pc:sldMk cId="0" sldId="263"/>
        </pc:sldMkLst>
      </pc:sldChg>
      <pc:sldChg chg="del">
        <pc:chgData name="Omar Alshabibi" userId="TD7jMY8LmAQEPgytI0coB9bxitAy8MF0w5Te3beeWt4=" providerId="None" clId="Web-{6B6B8B7A-A0A1-4EB4-A8D5-8C88F9F58ED5}" dt="2026-09-10T20:13:05.625" v="218"/>
        <pc:sldMkLst>
          <pc:docMk/>
          <pc:sldMk cId="0" sldId="264"/>
        </pc:sldMkLst>
      </pc:sldChg>
      <pc:sldChg chg="modSp">
        <pc:chgData name="Omar Alshabibi" userId="TD7jMY8LmAQEPgytI0coB9bxitAy8MF0w5Te3beeWt4=" providerId="None" clId="Web-{6B6B8B7A-A0A1-4EB4-A8D5-8C88F9F58ED5}" dt="2026-09-10T20:14:22.875" v="252" actId="20577"/>
        <pc:sldMkLst>
          <pc:docMk/>
          <pc:sldMk cId="0" sldId="265"/>
        </pc:sldMkLst>
        <pc:spChg chg="mod">
          <ac:chgData name="Omar Alshabibi" userId="TD7jMY8LmAQEPgytI0coB9bxitAy8MF0w5Te3beeWt4=" providerId="None" clId="Web-{6B6B8B7A-A0A1-4EB4-A8D5-8C88F9F58ED5}" dt="2026-09-10T20:14:22.875" v="252" actId="20577"/>
          <ac:spMkLst>
            <pc:docMk/>
            <pc:sldMk cId="0" sldId="265"/>
            <ac:spMk id="12" creationId="{00000000-0000-0000-0000-000000000000}"/>
          </ac:spMkLst>
        </pc:spChg>
      </pc:sldChg>
      <pc:sldChg chg="modSp add replId">
        <pc:chgData name="Omar Alshabibi" userId="TD7jMY8LmAQEPgytI0coB9bxitAy8MF0w5Te3beeWt4=" providerId="None" clId="Web-{6B6B8B7A-A0A1-4EB4-A8D5-8C88F9F58ED5}" dt="2026-09-10T20:12:42.016" v="211" actId="20577"/>
        <pc:sldMkLst>
          <pc:docMk/>
          <pc:sldMk cId="1162112110" sldId="266"/>
        </pc:sldMkLst>
        <pc:spChg chg="mod">
          <ac:chgData name="Omar Alshabibi" userId="TD7jMY8LmAQEPgytI0coB9bxitAy8MF0w5Te3beeWt4=" providerId="None" clId="Web-{6B6B8B7A-A0A1-4EB4-A8D5-8C88F9F58ED5}" dt="2026-09-10T20:12:14.984" v="196" actId="20577"/>
          <ac:spMkLst>
            <pc:docMk/>
            <pc:sldMk cId="1162112110" sldId="266"/>
            <ac:spMk id="10" creationId="{86909A60-5EA6-FF20-366B-3A59D8ADC788}"/>
          </ac:spMkLst>
        </pc:spChg>
        <pc:spChg chg="mod">
          <ac:chgData name="Omar Alshabibi" userId="TD7jMY8LmAQEPgytI0coB9bxitAy8MF0w5Te3beeWt4=" providerId="None" clId="Web-{6B6B8B7A-A0A1-4EB4-A8D5-8C88F9F58ED5}" dt="2026-09-10T20:12:42.016" v="211" actId="20577"/>
          <ac:spMkLst>
            <pc:docMk/>
            <pc:sldMk cId="1162112110" sldId="266"/>
            <ac:spMk id="11" creationId="{5527169D-93C9-5B50-211E-E0D3C069C878}"/>
          </ac:spMkLst>
        </pc:spChg>
      </pc:sldChg>
      <pc:sldChg chg="modSp add">
        <pc:chgData name="Omar Alshabibi" userId="TD7jMY8LmAQEPgytI0coB9bxitAy8MF0w5Te3beeWt4=" providerId="None" clId="Web-{6B6B8B7A-A0A1-4EB4-A8D5-8C88F9F58ED5}" dt="2026-09-10T20:12:55.062" v="213"/>
        <pc:sldMkLst>
          <pc:docMk/>
          <pc:sldMk cId="0" sldId="267"/>
        </pc:sldMkLst>
        <pc:spChg chg="mod">
          <ac:chgData name="Omar Alshabibi" userId="TD7jMY8LmAQEPgytI0coB9bxitAy8MF0w5Te3beeWt4=" providerId="None" clId="Web-{6B6B8B7A-A0A1-4EB4-A8D5-8C88F9F58ED5}" dt="2026-09-10T20:12:55.062" v="213"/>
          <ac:spMkLst>
            <pc:docMk/>
            <pc:sldMk cId="0" sldId="267"/>
            <ac:spMk id="8" creationId="{00000000-0000-0000-0000-000000000000}"/>
          </ac:spMkLst>
        </pc:spChg>
      </pc:sldChg>
      <pc:sldChg chg="modSp">
        <pc:chgData name="Omar Alshabibi" userId="TD7jMY8LmAQEPgytI0coB9bxitAy8MF0w5Te3beeWt4=" providerId="None" clId="Web-{6B6B8B7A-A0A1-4EB4-A8D5-8C88F9F58ED5}" dt="2026-09-10T19:43:50.439" v="0"/>
        <pc:sldMkLst>
          <pc:docMk/>
          <pc:sldMk cId="0" sldId="276"/>
        </pc:sldMkLst>
        <pc:spChg chg="mod">
          <ac:chgData name="Omar Alshabibi" userId="TD7jMY8LmAQEPgytI0coB9bxitAy8MF0w5Te3beeWt4=" providerId="None" clId="Web-{6B6B8B7A-A0A1-4EB4-A8D5-8C88F9F58ED5}" dt="2026-09-10T19:43:50.439" v="0"/>
          <ac:spMkLst>
            <pc:docMk/>
            <pc:sldMk cId="0" sldId="276"/>
            <ac:spMk id="8" creationId="{00000000-0000-0000-0000-000000000000}"/>
          </ac:spMkLst>
        </pc:spChg>
      </pc:sldChg>
      <pc:sldChg chg="addSp delSp modSp add">
        <pc:chgData name="Omar Alshabibi" userId="TD7jMY8LmAQEPgytI0coB9bxitAy8MF0w5Te3beeWt4=" providerId="None" clId="Web-{6B6B8B7A-A0A1-4EB4-A8D5-8C88F9F58ED5}" dt="2026-09-10T19:48:12.189" v="28" actId="1076"/>
        <pc:sldMkLst>
          <pc:docMk/>
          <pc:sldMk cId="2945261777" sldId="362"/>
        </pc:sldMkLst>
        <pc:spChg chg="mod">
          <ac:chgData name="Omar Alshabibi" userId="TD7jMY8LmAQEPgytI0coB9bxitAy8MF0w5Te3beeWt4=" providerId="None" clId="Web-{6B6B8B7A-A0A1-4EB4-A8D5-8C88F9F58ED5}" dt="2026-09-10T19:48:12.189" v="28" actId="1076"/>
          <ac:spMkLst>
            <pc:docMk/>
            <pc:sldMk cId="2945261777" sldId="362"/>
            <ac:spMk id="4" creationId="{463ADE77-7F42-2052-D24E-9BA129044599}"/>
          </ac:spMkLst>
        </pc:spChg>
        <pc:spChg chg="mod">
          <ac:chgData name="Omar Alshabibi" userId="TD7jMY8LmAQEPgytI0coB9bxitAy8MF0w5Te3beeWt4=" providerId="None" clId="Web-{6B6B8B7A-A0A1-4EB4-A8D5-8C88F9F58ED5}" dt="2026-09-10T19:47:04.971" v="21"/>
          <ac:spMkLst>
            <pc:docMk/>
            <pc:sldMk cId="2945261777" sldId="362"/>
            <ac:spMk id="5" creationId="{8BBFD989-A087-A7B3-D481-A3F1912CFF07}"/>
          </ac:spMkLst>
        </pc:spChg>
        <pc:spChg chg="del">
          <ac:chgData name="Omar Alshabibi" userId="TD7jMY8LmAQEPgytI0coB9bxitAy8MF0w5Te3beeWt4=" providerId="None" clId="Web-{6B6B8B7A-A0A1-4EB4-A8D5-8C88F9F58ED5}" dt="2026-09-10T19:46:05.080" v="18"/>
          <ac:spMkLst>
            <pc:docMk/>
            <pc:sldMk cId="2945261777" sldId="362"/>
            <ac:spMk id="6" creationId="{C9893413-770B-6F32-77C1-C52B7820B518}"/>
          </ac:spMkLst>
        </pc:spChg>
        <pc:spChg chg="del">
          <ac:chgData name="Omar Alshabibi" userId="TD7jMY8LmAQEPgytI0coB9bxitAy8MF0w5Te3beeWt4=" providerId="None" clId="Web-{6B6B8B7A-A0A1-4EB4-A8D5-8C88F9F58ED5}" dt="2026-09-10T19:46:05.064" v="17"/>
          <ac:spMkLst>
            <pc:docMk/>
            <pc:sldMk cId="2945261777" sldId="362"/>
            <ac:spMk id="7" creationId="{0281DF95-6184-8B78-2BB6-E31C54A9C3DC}"/>
          </ac:spMkLst>
        </pc:spChg>
        <pc:spChg chg="del">
          <ac:chgData name="Omar Alshabibi" userId="TD7jMY8LmAQEPgytI0coB9bxitAy8MF0w5Te3beeWt4=" providerId="None" clId="Web-{6B6B8B7A-A0A1-4EB4-A8D5-8C88F9F58ED5}" dt="2026-09-10T19:46:05.064" v="16"/>
          <ac:spMkLst>
            <pc:docMk/>
            <pc:sldMk cId="2945261777" sldId="362"/>
            <ac:spMk id="8" creationId="{10303E5A-34C6-7B9F-09F9-DED031BA832C}"/>
          </ac:spMkLst>
        </pc:spChg>
        <pc:spChg chg="del">
          <ac:chgData name="Omar Alshabibi" userId="TD7jMY8LmAQEPgytI0coB9bxitAy8MF0w5Te3beeWt4=" providerId="None" clId="Web-{6B6B8B7A-A0A1-4EB4-A8D5-8C88F9F58ED5}" dt="2026-09-10T19:46:05.064" v="15"/>
          <ac:spMkLst>
            <pc:docMk/>
            <pc:sldMk cId="2945261777" sldId="362"/>
            <ac:spMk id="9" creationId="{94485546-D4FD-479D-85C6-935AE7147137}"/>
          </ac:spMkLst>
        </pc:spChg>
        <pc:spChg chg="del">
          <ac:chgData name="Omar Alshabibi" userId="TD7jMY8LmAQEPgytI0coB9bxitAy8MF0w5Te3beeWt4=" providerId="None" clId="Web-{6B6B8B7A-A0A1-4EB4-A8D5-8C88F9F58ED5}" dt="2026-09-10T19:46:05.064" v="14"/>
          <ac:spMkLst>
            <pc:docMk/>
            <pc:sldMk cId="2945261777" sldId="362"/>
            <ac:spMk id="10" creationId="{5AC1CAC2-071B-8F5A-7FEB-A73795B018D9}"/>
          </ac:spMkLst>
        </pc:spChg>
        <pc:spChg chg="del">
          <ac:chgData name="Omar Alshabibi" userId="TD7jMY8LmAQEPgytI0coB9bxitAy8MF0w5Te3beeWt4=" providerId="None" clId="Web-{6B6B8B7A-A0A1-4EB4-A8D5-8C88F9F58ED5}" dt="2026-09-10T19:46:05.064" v="13"/>
          <ac:spMkLst>
            <pc:docMk/>
            <pc:sldMk cId="2945261777" sldId="362"/>
            <ac:spMk id="11" creationId="{AFFDD470-BEB1-04B1-D7DD-A85F0DA86164}"/>
          </ac:spMkLst>
        </pc:spChg>
        <pc:spChg chg="del">
          <ac:chgData name="Omar Alshabibi" userId="TD7jMY8LmAQEPgytI0coB9bxitAy8MF0w5Te3beeWt4=" providerId="None" clId="Web-{6B6B8B7A-A0A1-4EB4-A8D5-8C88F9F58ED5}" dt="2026-09-10T19:46:05.064" v="12"/>
          <ac:spMkLst>
            <pc:docMk/>
            <pc:sldMk cId="2945261777" sldId="362"/>
            <ac:spMk id="38" creationId="{40657DAB-ECDE-FFA5-2684-3B972E0A3869}"/>
          </ac:spMkLst>
        </pc:spChg>
        <pc:spChg chg="del">
          <ac:chgData name="Omar Alshabibi" userId="TD7jMY8LmAQEPgytI0coB9bxitAy8MF0w5Te3beeWt4=" providerId="None" clId="Web-{6B6B8B7A-A0A1-4EB4-A8D5-8C88F9F58ED5}" dt="2026-09-10T19:46:05.064" v="11"/>
          <ac:spMkLst>
            <pc:docMk/>
            <pc:sldMk cId="2945261777" sldId="362"/>
            <ac:spMk id="39" creationId="{901509EE-BAE5-ACCA-2679-9BF479E32D9A}"/>
          </ac:spMkLst>
        </pc:spChg>
        <pc:spChg chg="del">
          <ac:chgData name="Omar Alshabibi" userId="TD7jMY8LmAQEPgytI0coB9bxitAy8MF0w5Te3beeWt4=" providerId="None" clId="Web-{6B6B8B7A-A0A1-4EB4-A8D5-8C88F9F58ED5}" dt="2026-09-10T19:46:05.064" v="10"/>
          <ac:spMkLst>
            <pc:docMk/>
            <pc:sldMk cId="2945261777" sldId="362"/>
            <ac:spMk id="40" creationId="{D4D91CF8-AEA7-1193-EF54-5C2906494315}"/>
          </ac:spMkLst>
        </pc:spChg>
        <pc:spChg chg="del">
          <ac:chgData name="Omar Alshabibi" userId="TD7jMY8LmAQEPgytI0coB9bxitAy8MF0w5Te3beeWt4=" providerId="None" clId="Web-{6B6B8B7A-A0A1-4EB4-A8D5-8C88F9F58ED5}" dt="2026-09-10T19:46:05.064" v="9"/>
          <ac:spMkLst>
            <pc:docMk/>
            <pc:sldMk cId="2945261777" sldId="362"/>
            <ac:spMk id="41" creationId="{A8D3460C-2258-94B0-AE32-CDC93EAF7CA9}"/>
          </ac:spMkLst>
        </pc:spChg>
        <pc:spChg chg="del">
          <ac:chgData name="Omar Alshabibi" userId="TD7jMY8LmAQEPgytI0coB9bxitAy8MF0w5Te3beeWt4=" providerId="None" clId="Web-{6B6B8B7A-A0A1-4EB4-A8D5-8C88F9F58ED5}" dt="2026-09-10T19:46:05.064" v="8"/>
          <ac:spMkLst>
            <pc:docMk/>
            <pc:sldMk cId="2945261777" sldId="362"/>
            <ac:spMk id="42" creationId="{5A780EAF-8FC2-C76E-A6A3-C3512886D7A8}"/>
          </ac:spMkLst>
        </pc:spChg>
        <pc:grpChg chg="del">
          <ac:chgData name="Omar Alshabibi" userId="TD7jMY8LmAQEPgytI0coB9bxitAy8MF0w5Te3beeWt4=" providerId="None" clId="Web-{6B6B8B7A-A0A1-4EB4-A8D5-8C88F9F58ED5}" dt="2026-09-10T19:45:59.174" v="6"/>
          <ac:grpSpMkLst>
            <pc:docMk/>
            <pc:sldMk cId="2945261777" sldId="362"/>
            <ac:grpSpMk id="3" creationId="{FF9ED5BD-4018-DDC4-41FC-7E948BD64DC5}"/>
          </ac:grpSpMkLst>
        </pc:grpChg>
        <pc:picChg chg="add mod">
          <ac:chgData name="Omar Alshabibi" userId="TD7jMY8LmAQEPgytI0coB9bxitAy8MF0w5Te3beeWt4=" providerId="None" clId="Web-{6B6B8B7A-A0A1-4EB4-A8D5-8C88F9F58ED5}" dt="2026-09-10T19:46:19.939" v="20" actId="1076"/>
          <ac:picMkLst>
            <pc:docMk/>
            <pc:sldMk cId="2945261777" sldId="362"/>
            <ac:picMk id="2" creationId="{93AEB504-E041-4629-E099-07F6C7FB74E5}"/>
          </ac:picMkLst>
        </pc:picChg>
        <pc:picChg chg="del">
          <ac:chgData name="Omar Alshabibi" userId="TD7jMY8LmAQEPgytI0coB9bxitAy8MF0w5Te3beeWt4=" providerId="None" clId="Web-{6B6B8B7A-A0A1-4EB4-A8D5-8C88F9F58ED5}" dt="2026-09-10T19:46:05.064" v="7"/>
          <ac:picMkLst>
            <pc:docMk/>
            <pc:sldMk cId="2945261777" sldId="362"/>
            <ac:picMk id="17" creationId="{EB38B18B-8841-84A2-859F-F400D2EAD316}"/>
          </ac:picMkLst>
        </pc:picChg>
      </pc:sldChg>
      <pc:sldChg chg="modSp add">
        <pc:chgData name="Omar Alshabibi" userId="TD7jMY8LmAQEPgytI0coB9bxitAy8MF0w5Te3beeWt4=" providerId="None" clId="Web-{6B6B8B7A-A0A1-4EB4-A8D5-8C88F9F58ED5}" dt="2026-09-10T19:44:47.518" v="4" actId="20577"/>
        <pc:sldMkLst>
          <pc:docMk/>
          <pc:sldMk cId="676823031" sldId="2147483564"/>
        </pc:sldMkLst>
        <pc:spChg chg="mod">
          <ac:chgData name="Omar Alshabibi" userId="TD7jMY8LmAQEPgytI0coB9bxitAy8MF0w5Te3beeWt4=" providerId="None" clId="Web-{6B6B8B7A-A0A1-4EB4-A8D5-8C88F9F58ED5}" dt="2026-09-10T19:44:47.518" v="4" actId="20577"/>
          <ac:spMkLst>
            <pc:docMk/>
            <pc:sldMk cId="676823031" sldId="2147483564"/>
            <ac:spMk id="18" creationId="{29D4C56E-AC03-5228-BC8D-A9C8DC578476}"/>
          </ac:spMkLst>
        </pc:spChg>
      </pc:sldChg>
      <pc:sldChg chg="modSp add">
        <pc:chgData name="Omar Alshabibi" userId="TD7jMY8LmAQEPgytI0coB9bxitAy8MF0w5Te3beeWt4=" providerId="None" clId="Web-{6B6B8B7A-A0A1-4EB4-A8D5-8C88F9F58ED5}" dt="2026-09-10T20:11:55.281" v="194" actId="20577"/>
        <pc:sldMkLst>
          <pc:docMk/>
          <pc:sldMk cId="2178220393" sldId="2147483632"/>
        </pc:sldMkLst>
        <pc:spChg chg="mod">
          <ac:chgData name="Omar Alshabibi" userId="TD7jMY8LmAQEPgytI0coB9bxitAy8MF0w5Te3beeWt4=" providerId="None" clId="Web-{6B6B8B7A-A0A1-4EB4-A8D5-8C88F9F58ED5}" dt="2026-09-10T20:11:38.750" v="183"/>
          <ac:spMkLst>
            <pc:docMk/>
            <pc:sldMk cId="2178220393" sldId="2147483632"/>
            <ac:spMk id="4" creationId="{46BAEF06-EC44-2976-F031-ABF8B0C686D8}"/>
          </ac:spMkLst>
        </pc:spChg>
        <pc:spChg chg="mod">
          <ac:chgData name="Omar Alshabibi" userId="TD7jMY8LmAQEPgytI0coB9bxitAy8MF0w5Te3beeWt4=" providerId="None" clId="Web-{6B6B8B7A-A0A1-4EB4-A8D5-8C88F9F58ED5}" dt="2026-09-10T20:11:15.469" v="178"/>
          <ac:spMkLst>
            <pc:docMk/>
            <pc:sldMk cId="2178220393" sldId="2147483632"/>
            <ac:spMk id="5" creationId="{A2752A56-BD93-B215-46E4-F1D9C079C94B}"/>
          </ac:spMkLst>
        </pc:spChg>
        <pc:spChg chg="mod">
          <ac:chgData name="Omar Alshabibi" userId="TD7jMY8LmAQEPgytI0coB9bxitAy8MF0w5Te3beeWt4=" providerId="None" clId="Web-{6B6B8B7A-A0A1-4EB4-A8D5-8C88F9F58ED5}" dt="2026-09-10T20:11:55.281" v="194" actId="20577"/>
          <ac:spMkLst>
            <pc:docMk/>
            <pc:sldMk cId="2178220393" sldId="2147483632"/>
            <ac:spMk id="8" creationId="{05E6C18D-4232-D741-3794-A337E509E7E8}"/>
          </ac:spMkLst>
        </pc:spChg>
      </pc:sldChg>
      <pc:sldChg chg="addSp delSp modSp add">
        <pc:chgData name="Omar Alshabibi" userId="TD7jMY8LmAQEPgytI0coB9bxitAy8MF0w5Te3beeWt4=" providerId="None" clId="Web-{6B6B8B7A-A0A1-4EB4-A8D5-8C88F9F58ED5}" dt="2026-09-10T19:53:48.345" v="52"/>
        <pc:sldMkLst>
          <pc:docMk/>
          <pc:sldMk cId="320387110" sldId="2147483640"/>
        </pc:sldMkLst>
        <pc:spChg chg="mod">
          <ac:chgData name="Omar Alshabibi" userId="TD7jMY8LmAQEPgytI0coB9bxitAy8MF0w5Te3beeWt4=" providerId="None" clId="Web-{6B6B8B7A-A0A1-4EB4-A8D5-8C88F9F58ED5}" dt="2026-09-10T19:51:13.283" v="47" actId="1076"/>
          <ac:spMkLst>
            <pc:docMk/>
            <pc:sldMk cId="320387110" sldId="2147483640"/>
            <ac:spMk id="2" creationId="{38FA3449-66F6-26BB-7719-4E95A465DA53}"/>
          </ac:spMkLst>
        </pc:spChg>
        <pc:spChg chg="mod">
          <ac:chgData name="Omar Alshabibi" userId="TD7jMY8LmAQEPgytI0coB9bxitAy8MF0w5Te3beeWt4=" providerId="None" clId="Web-{6B6B8B7A-A0A1-4EB4-A8D5-8C88F9F58ED5}" dt="2026-09-10T19:50:56.314" v="43"/>
          <ac:spMkLst>
            <pc:docMk/>
            <pc:sldMk cId="320387110" sldId="2147483640"/>
            <ac:spMk id="5" creationId="{4C6018B5-6BD2-93A1-F61D-271E309F6FB3}"/>
          </ac:spMkLst>
        </pc:spChg>
        <pc:picChg chg="add del">
          <ac:chgData name="Omar Alshabibi" userId="TD7jMY8LmAQEPgytI0coB9bxitAy8MF0w5Te3beeWt4=" providerId="None" clId="Web-{6B6B8B7A-A0A1-4EB4-A8D5-8C88F9F58ED5}" dt="2026-09-10T19:53:48.345" v="52"/>
          <ac:picMkLst>
            <pc:docMk/>
            <pc:sldMk cId="320387110" sldId="2147483640"/>
            <ac:picMk id="3" creationId="{F6841602-B17E-99AF-9476-93E1AB04F2EA}"/>
          </ac:picMkLst>
        </pc:picChg>
        <pc:picChg chg="add del mod">
          <ac:chgData name="Omar Alshabibi" userId="TD7jMY8LmAQEPgytI0coB9bxitAy8MF0w5Te3beeWt4=" providerId="None" clId="Web-{6B6B8B7A-A0A1-4EB4-A8D5-8C88F9F58ED5}" dt="2026-09-10T19:53:24.377" v="50"/>
          <ac:picMkLst>
            <pc:docMk/>
            <pc:sldMk cId="320387110" sldId="2147483640"/>
            <ac:picMk id="4" creationId="{7105654D-FD26-09C5-D01D-4040C6518D9A}"/>
          </ac:picMkLst>
        </pc:picChg>
      </pc:sldChg>
      <pc:sldChg chg="addSp delSp modSp">
        <pc:chgData name="Omar Alshabibi" userId="TD7jMY8LmAQEPgytI0coB9bxitAy8MF0w5Te3beeWt4=" providerId="None" clId="Web-{6B6B8B7A-A0A1-4EB4-A8D5-8C88F9F58ED5}" dt="2026-09-10T19:57:49.204" v="80"/>
        <pc:sldMkLst>
          <pc:docMk/>
          <pc:sldMk cId="2508503739" sldId="2147483641"/>
        </pc:sldMkLst>
        <pc:picChg chg="add del mod">
          <ac:chgData name="Omar Alshabibi" userId="TD7jMY8LmAQEPgytI0coB9bxitAy8MF0w5Te3beeWt4=" providerId="None" clId="Web-{6B6B8B7A-A0A1-4EB4-A8D5-8C88F9F58ED5}" dt="2026-09-10T19:53:50.892" v="53"/>
          <ac:picMkLst>
            <pc:docMk/>
            <pc:sldMk cId="2508503739" sldId="2147483641"/>
            <ac:picMk id="2" creationId="{C64649D0-4DA6-1183-123B-EAC0B37DC292}"/>
          </ac:picMkLst>
        </pc:picChg>
        <pc:cxnChg chg="del">
          <ac:chgData name="Omar Alshabibi" userId="TD7jMY8LmAQEPgytI0coB9bxitAy8MF0w5Te3beeWt4=" providerId="None" clId="Web-{6B6B8B7A-A0A1-4EB4-A8D5-8C88F9F58ED5}" dt="2026-09-10T19:57:49.204" v="80"/>
          <ac:cxnSpMkLst>
            <pc:docMk/>
            <pc:sldMk cId="2508503739" sldId="2147483641"/>
            <ac:cxnSpMk id="13" creationId="{17EE91BE-9221-0869-C3B8-52786F015314}"/>
          </ac:cxnSpMkLst>
        </pc:cxnChg>
      </pc:sldChg>
      <pc:sldChg chg="modSp add">
        <pc:chgData name="Omar Alshabibi" userId="TD7jMY8LmAQEPgytI0coB9bxitAy8MF0w5Te3beeWt4=" providerId="None" clId="Web-{6B6B8B7A-A0A1-4EB4-A8D5-8C88F9F58ED5}" dt="2026-09-10T19:49:52.408" v="40" actId="20577"/>
        <pc:sldMkLst>
          <pc:docMk/>
          <pc:sldMk cId="4205524660" sldId="2147483642"/>
        </pc:sldMkLst>
        <pc:spChg chg="mod">
          <ac:chgData name="Omar Alshabibi" userId="TD7jMY8LmAQEPgytI0coB9bxitAy8MF0w5Te3beeWt4=" providerId="None" clId="Web-{6B6B8B7A-A0A1-4EB4-A8D5-8C88F9F58ED5}" dt="2026-09-10T19:49:31.877" v="35" actId="1076"/>
          <ac:spMkLst>
            <pc:docMk/>
            <pc:sldMk cId="4205524660" sldId="2147483642"/>
            <ac:spMk id="2" creationId="{3D27A7AD-850D-F6DF-BE50-7F5C01BAD5A3}"/>
          </ac:spMkLst>
        </pc:spChg>
        <pc:spChg chg="mod">
          <ac:chgData name="Omar Alshabibi" userId="TD7jMY8LmAQEPgytI0coB9bxitAy8MF0w5Te3beeWt4=" providerId="None" clId="Web-{6B6B8B7A-A0A1-4EB4-A8D5-8C88F9F58ED5}" dt="2026-09-10T19:49:15.861" v="31"/>
          <ac:spMkLst>
            <pc:docMk/>
            <pc:sldMk cId="4205524660" sldId="2147483642"/>
            <ac:spMk id="5" creationId="{A852179A-47FC-FD58-2E6B-B17064A766C3}"/>
          </ac:spMkLst>
        </pc:spChg>
        <pc:spChg chg="mod">
          <ac:chgData name="Omar Alshabibi" userId="TD7jMY8LmAQEPgytI0coB9bxitAy8MF0w5Te3beeWt4=" providerId="None" clId="Web-{6B6B8B7A-A0A1-4EB4-A8D5-8C88F9F58ED5}" dt="2026-09-10T19:49:43.392" v="37" actId="20577"/>
          <ac:spMkLst>
            <pc:docMk/>
            <pc:sldMk cId="4205524660" sldId="2147483642"/>
            <ac:spMk id="6" creationId="{7E5B11EC-C496-492C-D8C4-A349F4039F28}"/>
          </ac:spMkLst>
        </pc:spChg>
        <pc:spChg chg="mod">
          <ac:chgData name="Omar Alshabibi" userId="TD7jMY8LmAQEPgytI0coB9bxitAy8MF0w5Te3beeWt4=" providerId="None" clId="Web-{6B6B8B7A-A0A1-4EB4-A8D5-8C88F9F58ED5}" dt="2026-09-10T19:49:47.455" v="38" actId="20577"/>
          <ac:spMkLst>
            <pc:docMk/>
            <pc:sldMk cId="4205524660" sldId="2147483642"/>
            <ac:spMk id="7" creationId="{5C683656-E1DE-912A-B2E4-153DB4BBE4E6}"/>
          </ac:spMkLst>
        </pc:spChg>
        <pc:spChg chg="mod">
          <ac:chgData name="Omar Alshabibi" userId="TD7jMY8LmAQEPgytI0coB9bxitAy8MF0w5Te3beeWt4=" providerId="None" clId="Web-{6B6B8B7A-A0A1-4EB4-A8D5-8C88F9F58ED5}" dt="2026-09-10T19:49:52.408" v="40" actId="20577"/>
          <ac:spMkLst>
            <pc:docMk/>
            <pc:sldMk cId="4205524660" sldId="2147483642"/>
            <ac:spMk id="10" creationId="{7726F23D-F998-9C7C-CC95-9C5F004E2D66}"/>
          </ac:spMkLst>
        </pc:spChg>
      </pc:sldChg>
      <pc:sldChg chg="addSp delSp modSp add del ord replId">
        <pc:chgData name="Omar Alshabibi" userId="TD7jMY8LmAQEPgytI0coB9bxitAy8MF0w5Te3beeWt4=" providerId="None" clId="Web-{6B6B8B7A-A0A1-4EB4-A8D5-8C88F9F58ED5}" dt="2026-09-10T20:13:53.359" v="222"/>
        <pc:sldMkLst>
          <pc:docMk/>
          <pc:sldMk cId="2409334393" sldId="2147483643"/>
        </pc:sldMkLst>
        <pc:picChg chg="add del mod">
          <ac:chgData name="Omar Alshabibi" userId="TD7jMY8LmAQEPgytI0coB9bxitAy8MF0w5Te3beeWt4=" providerId="None" clId="Web-{6B6B8B7A-A0A1-4EB4-A8D5-8C88F9F58ED5}" dt="2026-09-10T20:13:13.906" v="219"/>
          <ac:picMkLst>
            <pc:docMk/>
            <pc:sldMk cId="2409334393" sldId="2147483643"/>
            <ac:picMk id="2" creationId="{0DA4E4A3-FEF1-F1C5-A753-C06CC9D59EC3}"/>
          </ac:picMkLst>
        </pc:picChg>
      </pc:sldChg>
      <pc:sldChg chg="modSp add replId">
        <pc:chgData name="Omar Alshabibi" userId="TD7jMY8LmAQEPgytI0coB9bxitAy8MF0w5Te3beeWt4=" providerId="None" clId="Web-{6B6B8B7A-A0A1-4EB4-A8D5-8C88F9F58ED5}" dt="2026-09-10T19:59:18.157" v="83" actId="20577"/>
        <pc:sldMkLst>
          <pc:docMk/>
          <pc:sldMk cId="3185906732" sldId="2147483644"/>
        </pc:sldMkLst>
        <pc:spChg chg="mod">
          <ac:chgData name="Omar Alshabibi" userId="TD7jMY8LmAQEPgytI0coB9bxitAy8MF0w5Te3beeWt4=" providerId="None" clId="Web-{6B6B8B7A-A0A1-4EB4-A8D5-8C88F9F58ED5}" dt="2026-09-10T19:59:18.157" v="83" actId="20577"/>
          <ac:spMkLst>
            <pc:docMk/>
            <pc:sldMk cId="3185906732" sldId="2147483644"/>
            <ac:spMk id="10" creationId="{BB1883C8-1436-DBC4-5338-DE235F34E895}"/>
          </ac:spMkLst>
        </pc:spChg>
      </pc:sldChg>
      <pc:sldChg chg="modSp add">
        <pc:chgData name="Omar Alshabibi" userId="TD7jMY8LmAQEPgytI0coB9bxitAy8MF0w5Te3beeWt4=" providerId="None" clId="Web-{6B6B8B7A-A0A1-4EB4-A8D5-8C88F9F58ED5}" dt="2026-09-10T20:01:32.719" v="91"/>
        <pc:sldMkLst>
          <pc:docMk/>
          <pc:sldMk cId="2608123962" sldId="2147483645"/>
        </pc:sldMkLst>
        <pc:spChg chg="mod">
          <ac:chgData name="Omar Alshabibi" userId="TD7jMY8LmAQEPgytI0coB9bxitAy8MF0w5Te3beeWt4=" providerId="None" clId="Web-{6B6B8B7A-A0A1-4EB4-A8D5-8C88F9F58ED5}" dt="2026-09-10T20:01:32.719" v="91"/>
          <ac:spMkLst>
            <pc:docMk/>
            <pc:sldMk cId="2608123962" sldId="2147483645"/>
            <ac:spMk id="8" creationId="{00000000-0000-0000-0000-000000000000}"/>
          </ac:spMkLst>
        </pc:spChg>
      </pc:sldChg>
      <pc:sldChg chg="modSp add">
        <pc:chgData name="Omar Alshabibi" userId="TD7jMY8LmAQEPgytI0coB9bxitAy8MF0w5Te3beeWt4=" providerId="None" clId="Web-{6B6B8B7A-A0A1-4EB4-A8D5-8C88F9F58ED5}" dt="2026-09-10T20:04:41.876" v="143" actId="20577"/>
        <pc:sldMkLst>
          <pc:docMk/>
          <pc:sldMk cId="3423299741" sldId="2147483646"/>
        </pc:sldMkLst>
        <pc:spChg chg="mod">
          <ac:chgData name="Omar Alshabibi" userId="TD7jMY8LmAQEPgytI0coB9bxitAy8MF0w5Te3beeWt4=" providerId="None" clId="Web-{6B6B8B7A-A0A1-4EB4-A8D5-8C88F9F58ED5}" dt="2026-09-10T20:04:41.876" v="143" actId="20577"/>
          <ac:spMkLst>
            <pc:docMk/>
            <pc:sldMk cId="3423299741" sldId="2147483646"/>
            <ac:spMk id="18" creationId="{8DA87256-0E3E-1595-C213-1086084906BA}"/>
          </ac:spMkLst>
        </pc:spChg>
      </pc:sldChg>
      <pc:sldChg chg="modSp add">
        <pc:chgData name="Omar Alshabibi" userId="TD7jMY8LmAQEPgytI0coB9bxitAy8MF0w5Te3beeWt4=" providerId="None" clId="Web-{6B6B8B7A-A0A1-4EB4-A8D5-8C88F9F58ED5}" dt="2026-09-10T20:04:56.329" v="154" actId="20577"/>
        <pc:sldMkLst>
          <pc:docMk/>
          <pc:sldMk cId="1035484658" sldId="2147483647"/>
        </pc:sldMkLst>
        <pc:spChg chg="mod">
          <ac:chgData name="Omar Alshabibi" userId="TD7jMY8LmAQEPgytI0coB9bxitAy8MF0w5Te3beeWt4=" providerId="None" clId="Web-{6B6B8B7A-A0A1-4EB4-A8D5-8C88F9F58ED5}" dt="2026-09-10T20:04:56.329" v="154" actId="20577"/>
          <ac:spMkLst>
            <pc:docMk/>
            <pc:sldMk cId="1035484658" sldId="2147483647"/>
            <ac:spMk id="18" creationId="{F7DD503B-8466-7FD2-DE97-7578C0B72280}"/>
          </ac:spMkLst>
        </pc:spChg>
      </pc:sldChg>
      <pc:sldMasterChg chg="addSldLayout">
        <pc:chgData name="Omar Alshabibi" userId="TD7jMY8LmAQEPgytI0coB9bxitAy8MF0w5Te3beeWt4=" providerId="None" clId="Web-{6B6B8B7A-A0A1-4EB4-A8D5-8C88F9F58ED5}" dt="2026-09-10T19:44:15.502" v="1"/>
        <pc:sldMasterMkLst>
          <pc:docMk/>
          <pc:sldMasterMk cId="2637020670" sldId="2147483648"/>
        </pc:sldMasterMkLst>
        <pc:sldLayoutChg chg="add">
          <pc:chgData name="Omar Alshabibi" userId="TD7jMY8LmAQEPgytI0coB9bxitAy8MF0w5Te3beeWt4=" providerId="None" clId="Web-{6B6B8B7A-A0A1-4EB4-A8D5-8C88F9F58ED5}" dt="2026-09-10T19:44:15.502" v="1"/>
          <pc:sldLayoutMkLst>
            <pc:docMk/>
            <pc:sldMasterMk cId="2637020670" sldId="2147483648"/>
            <pc:sldLayoutMk cId="2837666504" sldId="2147483662"/>
          </pc:sldLayoutMkLst>
        </pc:sldLayoutChg>
      </pc:sldMasterChg>
    </pc:docChg>
  </pc:docChgLst>
  <pc:docChgLst>
    <pc:chgData name="Omar Alshabibi" userId="TD7jMY8LmAQEPgytI0coB9bxitAy8MF0w5Te3beeWt4=" providerId="None" clId="Web-{53F72140-2A97-4C50-9F49-3F78353BD048}"/>
    <pc:docChg chg="addSld delSld modSld">
      <pc:chgData name="Omar Alshabibi" userId="TD7jMY8LmAQEPgytI0coB9bxitAy8MF0w5Te3beeWt4=" providerId="None" clId="Web-{53F72140-2A97-4C50-9F49-3F78353BD048}" dt="2026-09-10T11:30:56.136" v="282"/>
      <pc:docMkLst>
        <pc:docMk/>
      </pc:docMkLst>
      <pc:sldChg chg="modSp">
        <pc:chgData name="Omar Alshabibi" userId="TD7jMY8LmAQEPgytI0coB9bxitAy8MF0w5Te3beeWt4=" providerId="None" clId="Web-{53F72140-2A97-4C50-9F49-3F78353BD048}" dt="2026-09-10T10:37:56.495" v="50" actId="20577"/>
        <pc:sldMkLst>
          <pc:docMk/>
          <pc:sldMk cId="912620974" sldId="256"/>
        </pc:sldMkLst>
        <pc:spChg chg="mod">
          <ac:chgData name="Omar Alshabibi" userId="TD7jMY8LmAQEPgytI0coB9bxitAy8MF0w5Te3beeWt4=" providerId="None" clId="Web-{53F72140-2A97-4C50-9F49-3F78353BD048}" dt="2026-09-10T10:27:57.162" v="7" actId="20577"/>
          <ac:spMkLst>
            <pc:docMk/>
            <pc:sldMk cId="912620974" sldId="256"/>
            <ac:spMk id="2" creationId="{91D3BC4A-B487-C0EC-A670-C6869C974D70}"/>
          </ac:spMkLst>
        </pc:spChg>
        <pc:spChg chg="mod">
          <ac:chgData name="Omar Alshabibi" userId="TD7jMY8LmAQEPgytI0coB9bxitAy8MF0w5Te3beeWt4=" providerId="None" clId="Web-{53F72140-2A97-4C50-9F49-3F78353BD048}" dt="2026-09-10T10:37:56.495" v="50" actId="20577"/>
          <ac:spMkLst>
            <pc:docMk/>
            <pc:sldMk cId="912620974" sldId="256"/>
            <ac:spMk id="3" creationId="{CFC90CD4-352E-2693-C930-E7FD8D9CBDC2}"/>
          </ac:spMkLst>
        </pc:spChg>
      </pc:sldChg>
      <pc:sldChg chg="addSp delSp modSp">
        <pc:chgData name="Omar Alshabibi" userId="TD7jMY8LmAQEPgytI0coB9bxitAy8MF0w5Te3beeWt4=" providerId="None" clId="Web-{53F72140-2A97-4C50-9F49-3F78353BD048}" dt="2026-09-10T11:23:27.337" v="227" actId="20577"/>
        <pc:sldMkLst>
          <pc:docMk/>
          <pc:sldMk cId="0" sldId="257"/>
        </pc:sldMkLst>
        <pc:spChg chg="mod">
          <ac:chgData name="Omar Alshabibi" userId="TD7jMY8LmAQEPgytI0coB9bxitAy8MF0w5Te3beeWt4=" providerId="None" clId="Web-{53F72140-2A97-4C50-9F49-3F78353BD048}" dt="2026-09-10T11:18:26.109" v="77" actId="20577"/>
          <ac:spMkLst>
            <pc:docMk/>
            <pc:sldMk cId="0" sldId="257"/>
            <ac:spMk id="21" creationId="{00000000-0000-0000-0000-000000000000}"/>
          </ac:spMkLst>
        </pc:spChg>
        <pc:spChg chg="del">
          <ac:chgData name="Omar Alshabibi" userId="TD7jMY8LmAQEPgytI0coB9bxitAy8MF0w5Te3beeWt4=" providerId="None" clId="Web-{53F72140-2A97-4C50-9F49-3F78353BD048}" dt="2026-09-10T11:17:45.749" v="62"/>
          <ac:spMkLst>
            <pc:docMk/>
            <pc:sldMk cId="0" sldId="257"/>
            <ac:spMk id="22" creationId="{00000000-0000-0000-0000-000000000000}"/>
          </ac:spMkLst>
        </pc:spChg>
        <pc:spChg chg="mod">
          <ac:chgData name="Omar Alshabibi" userId="TD7jMY8LmAQEPgytI0coB9bxitAy8MF0w5Te3beeWt4=" providerId="None" clId="Web-{53F72140-2A97-4C50-9F49-3F78353BD048}" dt="2026-09-10T11:22:14.195" v="217" actId="1076"/>
          <ac:spMkLst>
            <pc:docMk/>
            <pc:sldMk cId="0" sldId="257"/>
            <ac:spMk id="24" creationId="{00000000-0000-0000-0000-000000000000}"/>
          </ac:spMkLst>
        </pc:spChg>
        <pc:spChg chg="del mod">
          <ac:chgData name="Omar Alshabibi" userId="TD7jMY8LmAQEPgytI0coB9bxitAy8MF0w5Te3beeWt4=" providerId="None" clId="Web-{53F72140-2A97-4C50-9F49-3F78353BD048}" dt="2026-09-10T11:18:51.688" v="90"/>
          <ac:spMkLst>
            <pc:docMk/>
            <pc:sldMk cId="0" sldId="257"/>
            <ac:spMk id="25" creationId="{00000000-0000-0000-0000-000000000000}"/>
          </ac:spMkLst>
        </pc:spChg>
        <pc:spChg chg="mod">
          <ac:chgData name="Omar Alshabibi" userId="TD7jMY8LmAQEPgytI0coB9bxitAy8MF0w5Te3beeWt4=" providerId="None" clId="Web-{53F72140-2A97-4C50-9F49-3F78353BD048}" dt="2026-09-10T11:22:16.976" v="218" actId="1076"/>
          <ac:spMkLst>
            <pc:docMk/>
            <pc:sldMk cId="0" sldId="257"/>
            <ac:spMk id="27" creationId="{00000000-0000-0000-0000-000000000000}"/>
          </ac:spMkLst>
        </pc:spChg>
        <pc:spChg chg="del">
          <ac:chgData name="Omar Alshabibi" userId="TD7jMY8LmAQEPgytI0coB9bxitAy8MF0w5Te3beeWt4=" providerId="None" clId="Web-{53F72140-2A97-4C50-9F49-3F78353BD048}" dt="2026-09-10T11:19:11.048" v="111"/>
          <ac:spMkLst>
            <pc:docMk/>
            <pc:sldMk cId="0" sldId="257"/>
            <ac:spMk id="28" creationId="{00000000-0000-0000-0000-000000000000}"/>
          </ac:spMkLst>
        </pc:spChg>
        <pc:spChg chg="mod">
          <ac:chgData name="Omar Alshabibi" userId="TD7jMY8LmAQEPgytI0coB9bxitAy8MF0w5Te3beeWt4=" providerId="None" clId="Web-{53F72140-2A97-4C50-9F49-3F78353BD048}" dt="2026-09-10T11:23:27.337" v="227" actId="20577"/>
          <ac:spMkLst>
            <pc:docMk/>
            <pc:sldMk cId="0" sldId="257"/>
            <ac:spMk id="30" creationId="{00000000-0000-0000-0000-000000000000}"/>
          </ac:spMkLst>
        </pc:spChg>
        <pc:spChg chg="del">
          <ac:chgData name="Omar Alshabibi" userId="TD7jMY8LmAQEPgytI0coB9bxitAy8MF0w5Te3beeWt4=" providerId="None" clId="Web-{53F72140-2A97-4C50-9F49-3F78353BD048}" dt="2026-09-10T11:20:26.660" v="184"/>
          <ac:spMkLst>
            <pc:docMk/>
            <pc:sldMk cId="0" sldId="257"/>
            <ac:spMk id="31" creationId="{00000000-0000-0000-0000-000000000000}"/>
          </ac:spMkLst>
        </pc:spChg>
        <pc:spChg chg="mod">
          <ac:chgData name="Omar Alshabibi" userId="TD7jMY8LmAQEPgytI0coB9bxitAy8MF0w5Te3beeWt4=" providerId="None" clId="Web-{53F72140-2A97-4C50-9F49-3F78353BD048}" dt="2026-09-10T11:23:16.290" v="223" actId="20577"/>
          <ac:spMkLst>
            <pc:docMk/>
            <pc:sldMk cId="0" sldId="257"/>
            <ac:spMk id="33" creationId="{00000000-0000-0000-0000-000000000000}"/>
          </ac:spMkLst>
        </pc:spChg>
        <pc:spChg chg="add del">
          <ac:chgData name="Omar Alshabibi" userId="TD7jMY8LmAQEPgytI0coB9bxitAy8MF0w5Te3beeWt4=" providerId="None" clId="Web-{53F72140-2A97-4C50-9F49-3F78353BD048}" dt="2026-09-10T11:21:59.757" v="216"/>
          <ac:spMkLst>
            <pc:docMk/>
            <pc:sldMk cId="0" sldId="257"/>
            <ac:spMk id="34" creationId="{00000000-0000-0000-0000-000000000000}"/>
          </ac:spMkLst>
        </pc:spChg>
      </pc:sldChg>
      <pc:sldChg chg="addSp delSp modSp">
        <pc:chgData name="Omar Alshabibi" userId="TD7jMY8LmAQEPgytI0coB9bxitAy8MF0w5Te3beeWt4=" providerId="None" clId="Web-{53F72140-2A97-4C50-9F49-3F78353BD048}" dt="2026-09-10T11:24:25.495" v="241" actId="20577"/>
        <pc:sldMkLst>
          <pc:docMk/>
          <pc:sldMk cId="0" sldId="258"/>
        </pc:sldMkLst>
        <pc:spChg chg="mod">
          <ac:chgData name="Omar Alshabibi" userId="TD7jMY8LmAQEPgytI0coB9bxitAy8MF0w5Te3beeWt4=" providerId="None" clId="Web-{53F72140-2A97-4C50-9F49-3F78353BD048}" dt="2026-09-10T11:23:59.932" v="230" actId="20577"/>
          <ac:spMkLst>
            <pc:docMk/>
            <pc:sldMk cId="0" sldId="258"/>
            <ac:spMk id="11" creationId="{00000000-0000-0000-0000-000000000000}"/>
          </ac:spMkLst>
        </pc:spChg>
        <pc:spChg chg="mod">
          <ac:chgData name="Omar Alshabibi" userId="TD7jMY8LmAQEPgytI0coB9bxitAy8MF0w5Te3beeWt4=" providerId="None" clId="Web-{53F72140-2A97-4C50-9F49-3F78353BD048}" dt="2026-09-10T11:24:25.495" v="241" actId="20577"/>
          <ac:spMkLst>
            <pc:docMk/>
            <pc:sldMk cId="0" sldId="258"/>
            <ac:spMk id="12" creationId="{00000000-0000-0000-0000-000000000000}"/>
          </ac:spMkLst>
        </pc:spChg>
        <pc:picChg chg="add del mod">
          <ac:chgData name="Omar Alshabibi" userId="TD7jMY8LmAQEPgytI0coB9bxitAy8MF0w5Te3beeWt4=" providerId="None" clId="Web-{53F72140-2A97-4C50-9F49-3F78353BD048}" dt="2026-09-10T11:23:51.572" v="229"/>
          <ac:picMkLst>
            <pc:docMk/>
            <pc:sldMk cId="0" sldId="258"/>
            <ac:picMk id="2" creationId="{AE4694D3-118C-DF23-5711-8866FC1505F0}"/>
          </ac:picMkLst>
        </pc:picChg>
      </pc:sldChg>
      <pc:sldChg chg="addSp delSp modSp del">
        <pc:chgData name="Omar Alshabibi" userId="TD7jMY8LmAQEPgytI0coB9bxitAy8MF0w5Te3beeWt4=" providerId="None" clId="Web-{53F72140-2A97-4C50-9F49-3F78353BD048}" dt="2026-09-10T11:28:37.224" v="267"/>
        <pc:sldMkLst>
          <pc:docMk/>
          <pc:sldMk cId="1543037200" sldId="259"/>
        </pc:sldMkLst>
        <pc:spChg chg="mod">
          <ac:chgData name="Omar Alshabibi" userId="TD7jMY8LmAQEPgytI0coB9bxitAy8MF0w5Te3beeWt4=" providerId="None" clId="Web-{53F72140-2A97-4C50-9F49-3F78353BD048}" dt="2026-09-10T11:27:53.550" v="262" actId="1076"/>
          <ac:spMkLst>
            <pc:docMk/>
            <pc:sldMk cId="1543037200" sldId="259"/>
            <ac:spMk id="10" creationId="{00000000-0000-0000-0000-000000000000}"/>
          </ac:spMkLst>
        </pc:spChg>
        <pc:spChg chg="del">
          <ac:chgData name="Omar Alshabibi" userId="TD7jMY8LmAQEPgytI0coB9bxitAy8MF0w5Te3beeWt4=" providerId="None" clId="Web-{53F72140-2A97-4C50-9F49-3F78353BD048}" dt="2026-09-10T11:25:57.998" v="253"/>
          <ac:spMkLst>
            <pc:docMk/>
            <pc:sldMk cId="1543037200" sldId="259"/>
            <ac:spMk id="30" creationId="{00000000-0000-0000-0000-000000000000}"/>
          </ac:spMkLst>
        </pc:spChg>
        <pc:spChg chg="del">
          <ac:chgData name="Omar Alshabibi" userId="TD7jMY8LmAQEPgytI0coB9bxitAy8MF0w5Te3beeWt4=" providerId="None" clId="Web-{53F72140-2A97-4C50-9F49-3F78353BD048}" dt="2026-09-10T11:25:57.998" v="252"/>
          <ac:spMkLst>
            <pc:docMk/>
            <pc:sldMk cId="1543037200" sldId="259"/>
            <ac:spMk id="31" creationId="{00000000-0000-0000-0000-000000000000}"/>
          </ac:spMkLst>
        </pc:spChg>
        <pc:spChg chg="del">
          <ac:chgData name="Omar Alshabibi" userId="TD7jMY8LmAQEPgytI0coB9bxitAy8MF0w5Te3beeWt4=" providerId="None" clId="Web-{53F72140-2A97-4C50-9F49-3F78353BD048}" dt="2026-09-10T11:25:57.998" v="251"/>
          <ac:spMkLst>
            <pc:docMk/>
            <pc:sldMk cId="1543037200" sldId="259"/>
            <ac:spMk id="32" creationId="{00000000-0000-0000-0000-000000000000}"/>
          </ac:spMkLst>
        </pc:spChg>
        <pc:spChg chg="del">
          <ac:chgData name="Omar Alshabibi" userId="TD7jMY8LmAQEPgytI0coB9bxitAy8MF0w5Te3beeWt4=" providerId="None" clId="Web-{53F72140-2A97-4C50-9F49-3F78353BD048}" dt="2026-09-10T11:25:57.998" v="250"/>
          <ac:spMkLst>
            <pc:docMk/>
            <pc:sldMk cId="1543037200" sldId="259"/>
            <ac:spMk id="33" creationId="{00000000-0000-0000-0000-000000000000}"/>
          </ac:spMkLst>
        </pc:spChg>
        <pc:spChg chg="del">
          <ac:chgData name="Omar Alshabibi" userId="TD7jMY8LmAQEPgytI0coB9bxitAy8MF0w5Te3beeWt4=" providerId="None" clId="Web-{53F72140-2A97-4C50-9F49-3F78353BD048}" dt="2026-09-10T11:25:57.998" v="249"/>
          <ac:spMkLst>
            <pc:docMk/>
            <pc:sldMk cId="1543037200" sldId="259"/>
            <ac:spMk id="34" creationId="{00000000-0000-0000-0000-000000000000}"/>
          </ac:spMkLst>
        </pc:spChg>
        <pc:spChg chg="del">
          <ac:chgData name="Omar Alshabibi" userId="TD7jMY8LmAQEPgytI0coB9bxitAy8MF0w5Te3beeWt4=" providerId="None" clId="Web-{53F72140-2A97-4C50-9F49-3F78353BD048}" dt="2026-09-10T11:25:57.998" v="248"/>
          <ac:spMkLst>
            <pc:docMk/>
            <pc:sldMk cId="1543037200" sldId="259"/>
            <ac:spMk id="35" creationId="{00000000-0000-0000-0000-000000000000}"/>
          </ac:spMkLst>
        </pc:spChg>
        <pc:spChg chg="del">
          <ac:chgData name="Omar Alshabibi" userId="TD7jMY8LmAQEPgytI0coB9bxitAy8MF0w5Te3beeWt4=" providerId="None" clId="Web-{53F72140-2A97-4C50-9F49-3F78353BD048}" dt="2026-09-10T11:25:57.998" v="247"/>
          <ac:spMkLst>
            <pc:docMk/>
            <pc:sldMk cId="1543037200" sldId="259"/>
            <ac:spMk id="36" creationId="{00000000-0000-0000-0000-000000000000}"/>
          </ac:spMkLst>
        </pc:spChg>
        <pc:spChg chg="del">
          <ac:chgData name="Omar Alshabibi" userId="TD7jMY8LmAQEPgytI0coB9bxitAy8MF0w5Te3beeWt4=" providerId="None" clId="Web-{53F72140-2A97-4C50-9F49-3F78353BD048}" dt="2026-09-10T11:25:57.998" v="246"/>
          <ac:spMkLst>
            <pc:docMk/>
            <pc:sldMk cId="1543037200" sldId="259"/>
            <ac:spMk id="37" creationId="{00000000-0000-0000-0000-000000000000}"/>
          </ac:spMkLst>
        </pc:spChg>
        <pc:spChg chg="del">
          <ac:chgData name="Omar Alshabibi" userId="TD7jMY8LmAQEPgytI0coB9bxitAy8MF0w5Te3beeWt4=" providerId="None" clId="Web-{53F72140-2A97-4C50-9F49-3F78353BD048}" dt="2026-09-10T11:25:57.998" v="245"/>
          <ac:spMkLst>
            <pc:docMk/>
            <pc:sldMk cId="1543037200" sldId="259"/>
            <ac:spMk id="38" creationId="{00000000-0000-0000-0000-000000000000}"/>
          </ac:spMkLst>
        </pc:spChg>
        <pc:spChg chg="del">
          <ac:chgData name="Omar Alshabibi" userId="TD7jMY8LmAQEPgytI0coB9bxitAy8MF0w5Te3beeWt4=" providerId="None" clId="Web-{53F72140-2A97-4C50-9F49-3F78353BD048}" dt="2026-09-10T11:25:57.998" v="244"/>
          <ac:spMkLst>
            <pc:docMk/>
            <pc:sldMk cId="1543037200" sldId="259"/>
            <ac:spMk id="39" creationId="{00000000-0000-0000-0000-000000000000}"/>
          </ac:spMkLst>
        </pc:spChg>
        <pc:spChg chg="del">
          <ac:chgData name="Omar Alshabibi" userId="TD7jMY8LmAQEPgytI0coB9bxitAy8MF0w5Te3beeWt4=" providerId="None" clId="Web-{53F72140-2A97-4C50-9F49-3F78353BD048}" dt="2026-09-10T11:25:57.998" v="243"/>
          <ac:spMkLst>
            <pc:docMk/>
            <pc:sldMk cId="1543037200" sldId="259"/>
            <ac:spMk id="40" creationId="{00000000-0000-0000-0000-000000000000}"/>
          </ac:spMkLst>
        </pc:spChg>
        <pc:spChg chg="del">
          <ac:chgData name="Omar Alshabibi" userId="TD7jMY8LmAQEPgytI0coB9bxitAy8MF0w5Te3beeWt4=" providerId="None" clId="Web-{53F72140-2A97-4C50-9F49-3F78353BD048}" dt="2026-09-10T11:25:57.998" v="242"/>
          <ac:spMkLst>
            <pc:docMk/>
            <pc:sldMk cId="1543037200" sldId="259"/>
            <ac:spMk id="41" creationId="{00000000-0000-0000-0000-000000000000}"/>
          </ac:spMkLst>
        </pc:spChg>
        <pc:picChg chg="add del mod">
          <ac:chgData name="Omar Alshabibi" userId="TD7jMY8LmAQEPgytI0coB9bxitAy8MF0w5Te3beeWt4=" providerId="None" clId="Web-{53F72140-2A97-4C50-9F49-3F78353BD048}" dt="2026-09-10T11:26:28.811" v="261"/>
          <ac:picMkLst>
            <pc:docMk/>
            <pc:sldMk cId="1543037200" sldId="259"/>
            <ac:picMk id="2" creationId="{F8413D10-1C9F-40A9-9335-55B6BBFE8243}"/>
          </ac:picMkLst>
        </pc:picChg>
      </pc:sldChg>
      <pc:sldChg chg="modSp add">
        <pc:chgData name="Omar Alshabibi" userId="TD7jMY8LmAQEPgytI0coB9bxitAy8MF0w5Te3beeWt4=" providerId="None" clId="Web-{53F72140-2A97-4C50-9F49-3F78353BD048}" dt="2026-09-10T11:29:15.023" v="271" actId="1076"/>
        <pc:sldMkLst>
          <pc:docMk/>
          <pc:sldMk cId="865824283" sldId="272"/>
        </pc:sldMkLst>
        <pc:spChg chg="mod">
          <ac:chgData name="Omar Alshabibi" userId="TD7jMY8LmAQEPgytI0coB9bxitAy8MF0w5Te3beeWt4=" providerId="None" clId="Web-{53F72140-2A97-4C50-9F49-3F78353BD048}" dt="2026-09-10T11:29:15.023" v="271" actId="1076"/>
          <ac:spMkLst>
            <pc:docMk/>
            <pc:sldMk cId="865824283" sldId="272"/>
            <ac:spMk id="4" creationId="{967958FF-EDA8-4CEB-9B23-BBE3B795AFD2}"/>
          </ac:spMkLst>
        </pc:spChg>
        <pc:spChg chg="mod">
          <ac:chgData name="Omar Alshabibi" userId="TD7jMY8LmAQEPgytI0coB9bxitAy8MF0w5Te3beeWt4=" providerId="None" clId="Web-{53F72140-2A97-4C50-9F49-3F78353BD048}" dt="2026-09-10T11:28:56.928" v="269"/>
          <ac:spMkLst>
            <pc:docMk/>
            <pc:sldMk cId="865824283" sldId="272"/>
            <ac:spMk id="5" creationId="{0613FF90-82E0-4050-A52B-E3C269294BB6}"/>
          </ac:spMkLst>
        </pc:spChg>
      </pc:sldChg>
      <pc:sldChg chg="modSp add">
        <pc:chgData name="Omar Alshabibi" userId="TD7jMY8LmAQEPgytI0coB9bxitAy8MF0w5Te3beeWt4=" providerId="None" clId="Web-{53F72140-2A97-4C50-9F49-3F78353BD048}" dt="2026-09-10T11:28:32.990" v="266" actId="1076"/>
        <pc:sldMkLst>
          <pc:docMk/>
          <pc:sldMk cId="1491271484" sldId="277"/>
        </pc:sldMkLst>
        <pc:spChg chg="mod">
          <ac:chgData name="Omar Alshabibi" userId="TD7jMY8LmAQEPgytI0coB9bxitAy8MF0w5Te3beeWt4=" providerId="None" clId="Web-{53F72140-2A97-4C50-9F49-3F78353BD048}" dt="2026-09-10T11:28:32.990" v="266" actId="1076"/>
          <ac:spMkLst>
            <pc:docMk/>
            <pc:sldMk cId="1491271484" sldId="277"/>
            <ac:spMk id="3" creationId="{3106A3C8-D380-1A78-A4DD-A79833417E59}"/>
          </ac:spMkLst>
        </pc:spChg>
        <pc:spChg chg="mod">
          <ac:chgData name="Omar Alshabibi" userId="TD7jMY8LmAQEPgytI0coB9bxitAy8MF0w5Te3beeWt4=" providerId="None" clId="Web-{53F72140-2A97-4C50-9F49-3F78353BD048}" dt="2026-09-10T11:28:27.286" v="264"/>
          <ac:spMkLst>
            <pc:docMk/>
            <pc:sldMk cId="1491271484" sldId="277"/>
            <ac:spMk id="4" creationId="{2FA5B649-03A9-0387-1DE0-9ED67CA113D9}"/>
          </ac:spMkLst>
        </pc:spChg>
      </pc:sldChg>
      <pc:sldChg chg="add">
        <pc:chgData name="Omar Alshabibi" userId="TD7jMY8LmAQEPgytI0coB9bxitAy8MF0w5Te3beeWt4=" providerId="None" clId="Web-{53F72140-2A97-4C50-9F49-3F78353BD048}" dt="2026-09-10T11:30:56.136" v="282"/>
        <pc:sldMkLst>
          <pc:docMk/>
          <pc:sldMk cId="1615288744" sldId="288"/>
        </pc:sldMkLst>
      </pc:sldChg>
      <pc:sldChg chg="modSp add">
        <pc:chgData name="Omar Alshabibi" userId="TD7jMY8LmAQEPgytI0coB9bxitAy8MF0w5Te3beeWt4=" providerId="None" clId="Web-{53F72140-2A97-4C50-9F49-3F78353BD048}" dt="2026-09-10T11:30:40.870" v="281"/>
        <pc:sldMkLst>
          <pc:docMk/>
          <pc:sldMk cId="4218454861" sldId="2147483637"/>
        </pc:sldMkLst>
        <pc:spChg chg="mod">
          <ac:chgData name="Omar Alshabibi" userId="TD7jMY8LmAQEPgytI0coB9bxitAy8MF0w5Te3beeWt4=" providerId="None" clId="Web-{53F72140-2A97-4C50-9F49-3F78353BD048}" dt="2026-09-10T11:29:59.728" v="277" actId="1076"/>
          <ac:spMkLst>
            <pc:docMk/>
            <pc:sldMk cId="4218454861" sldId="2147483637"/>
            <ac:spMk id="2" creationId="{2E99ACBF-0A6D-82A0-0A05-FE95F10366A8}"/>
          </ac:spMkLst>
        </pc:spChg>
        <pc:spChg chg="mod">
          <ac:chgData name="Omar Alshabibi" userId="TD7jMY8LmAQEPgytI0coB9bxitAy8MF0w5Te3beeWt4=" providerId="None" clId="Web-{53F72140-2A97-4C50-9F49-3F78353BD048}" dt="2026-09-10T11:29:48.540" v="274"/>
          <ac:spMkLst>
            <pc:docMk/>
            <pc:sldMk cId="4218454861" sldId="2147483637"/>
            <ac:spMk id="5" creationId="{5516C1D3-149E-D5B0-281A-D3BEDC8C8A95}"/>
          </ac:spMkLst>
        </pc:spChg>
        <pc:spChg chg="mod">
          <ac:chgData name="Omar Alshabibi" userId="TD7jMY8LmAQEPgytI0coB9bxitAy8MF0w5Te3beeWt4=" providerId="None" clId="Web-{53F72140-2A97-4C50-9F49-3F78353BD048}" dt="2026-09-10T11:30:40.870" v="281"/>
          <ac:spMkLst>
            <pc:docMk/>
            <pc:sldMk cId="4218454861" sldId="2147483637"/>
            <ac:spMk id="26" creationId="{1A020E48-748D-BF74-FEE4-9400875B909A}"/>
          </ac:spMkLst>
        </pc:spChg>
        <pc:spChg chg="mod">
          <ac:chgData name="Omar Alshabibi" userId="TD7jMY8LmAQEPgytI0coB9bxitAy8MF0w5Te3beeWt4=" providerId="None" clId="Web-{53F72140-2A97-4C50-9F49-3F78353BD048}" dt="2026-09-10T11:30:40.870" v="280"/>
          <ac:spMkLst>
            <pc:docMk/>
            <pc:sldMk cId="4218454861" sldId="2147483637"/>
            <ac:spMk id="28" creationId="{BE919509-6761-3619-794B-1A8162FC5B10}"/>
          </ac:spMkLst>
        </pc:spChg>
      </pc:sldChg>
      <pc:sldMasterChg chg="addSldLayout">
        <pc:chgData name="Omar Alshabibi" userId="TD7jMY8LmAQEPgytI0coB9bxitAy8MF0w5Te3beeWt4=" providerId="None" clId="Web-{53F72140-2A97-4C50-9F49-3F78353BD048}" dt="2026-09-10T11:29:41.352" v="272"/>
        <pc:sldMasterMkLst>
          <pc:docMk/>
          <pc:sldMasterMk cId="2637020670" sldId="2147483648"/>
        </pc:sldMasterMkLst>
        <pc:sldLayoutChg chg="add">
          <pc:chgData name="Omar Alshabibi" userId="TD7jMY8LmAQEPgytI0coB9bxitAy8MF0w5Te3beeWt4=" providerId="None" clId="Web-{53F72140-2A97-4C50-9F49-3F78353BD048}" dt="2026-09-10T11:28:12.707" v="263"/>
          <pc:sldLayoutMkLst>
            <pc:docMk/>
            <pc:sldMasterMk cId="2637020670" sldId="2147483648"/>
            <pc:sldLayoutMk cId="935148345" sldId="2147483660"/>
          </pc:sldLayoutMkLst>
        </pc:sldLayoutChg>
        <pc:sldLayoutChg chg="add">
          <pc:chgData name="Omar Alshabibi" userId="TD7jMY8LmAQEPgytI0coB9bxitAy8MF0w5Te3beeWt4=" providerId="None" clId="Web-{53F72140-2A97-4C50-9F49-3F78353BD048}" dt="2026-09-10T11:29:41.352" v="272"/>
          <pc:sldLayoutMkLst>
            <pc:docMk/>
            <pc:sldMasterMk cId="2637020670" sldId="2147483648"/>
            <pc:sldLayoutMk cId="371308832" sldId="2147483661"/>
          </pc:sldLayoutMkLst>
        </pc:sldLayoutChg>
      </pc:sldMasterChg>
    </pc:docChg>
  </pc:docChgLst>
  <pc:docChgLst>
    <pc:chgData name="Omar Alshabibi" userId="TD7jMY8LmAQEPgytI0coB9bxitAy8MF0w5Te3beeWt4=" providerId="None" clId="Web-{682663EE-9845-43A0-9E1A-01A4A04F478E}"/>
    <pc:docChg chg="addSld delSld modSld sldOrd">
      <pc:chgData name="Omar Alshabibi" userId="TD7jMY8LmAQEPgytI0coB9bxitAy8MF0w5Te3beeWt4=" providerId="None" clId="Web-{682663EE-9845-43A0-9E1A-01A4A04F478E}" dt="2026-09-10T19:34:08.425" v="56"/>
      <pc:docMkLst>
        <pc:docMk/>
      </pc:docMkLst>
      <pc:sldChg chg="modSp add">
        <pc:chgData name="Omar Alshabibi" userId="TD7jMY8LmAQEPgytI0coB9bxitAy8MF0w5Te3beeWt4=" providerId="None" clId="Web-{682663EE-9845-43A0-9E1A-01A4A04F478E}" dt="2026-09-10T19:25:57.844" v="13"/>
        <pc:sldMkLst>
          <pc:docMk/>
          <pc:sldMk cId="0" sldId="274"/>
        </pc:sldMkLst>
        <pc:spChg chg="mod">
          <ac:chgData name="Omar Alshabibi" userId="TD7jMY8LmAQEPgytI0coB9bxitAy8MF0w5Te3beeWt4=" providerId="None" clId="Web-{682663EE-9845-43A0-9E1A-01A4A04F478E}" dt="2026-09-10T19:25:57.844" v="13"/>
          <ac:spMkLst>
            <pc:docMk/>
            <pc:sldMk cId="0" sldId="274"/>
            <ac:spMk id="9" creationId="{00000000-0000-0000-0000-000000000000}"/>
          </ac:spMkLst>
        </pc:spChg>
      </pc:sldChg>
      <pc:sldChg chg="modSp add">
        <pc:chgData name="Omar Alshabibi" userId="TD7jMY8LmAQEPgytI0coB9bxitAy8MF0w5Te3beeWt4=" providerId="None" clId="Web-{682663EE-9845-43A0-9E1A-01A4A04F478E}" dt="2026-09-10T19:29:28.595" v="45"/>
        <pc:sldMkLst>
          <pc:docMk/>
          <pc:sldMk cId="0" sldId="275"/>
        </pc:sldMkLst>
        <pc:spChg chg="mod">
          <ac:chgData name="Omar Alshabibi" userId="TD7jMY8LmAQEPgytI0coB9bxitAy8MF0w5Te3beeWt4=" providerId="None" clId="Web-{682663EE-9845-43A0-9E1A-01A4A04F478E}" dt="2026-09-10T19:27:25.797" v="33"/>
          <ac:spMkLst>
            <pc:docMk/>
            <pc:sldMk cId="0" sldId="275"/>
            <ac:spMk id="8" creationId="{00000000-0000-0000-0000-000000000000}"/>
          </ac:spMkLst>
        </pc:spChg>
        <pc:spChg chg="mod">
          <ac:chgData name="Omar Alshabibi" userId="TD7jMY8LmAQEPgytI0coB9bxitAy8MF0w5Te3beeWt4=" providerId="None" clId="Web-{682663EE-9845-43A0-9E1A-01A4A04F478E}" dt="2026-09-10T19:29:04.032" v="41" actId="14100"/>
          <ac:spMkLst>
            <pc:docMk/>
            <pc:sldMk cId="0" sldId="275"/>
            <ac:spMk id="18" creationId="{00000000-0000-0000-0000-000000000000}"/>
          </ac:spMkLst>
        </pc:spChg>
        <pc:spChg chg="mod">
          <ac:chgData name="Omar Alshabibi" userId="TD7jMY8LmAQEPgytI0coB9bxitAy8MF0w5Te3beeWt4=" providerId="None" clId="Web-{682663EE-9845-43A0-9E1A-01A4A04F478E}" dt="2026-09-10T19:29:16.439" v="44" actId="14100"/>
          <ac:spMkLst>
            <pc:docMk/>
            <pc:sldMk cId="0" sldId="275"/>
            <ac:spMk id="20" creationId="{00000000-0000-0000-0000-000000000000}"/>
          </ac:spMkLst>
        </pc:spChg>
        <pc:spChg chg="mod">
          <ac:chgData name="Omar Alshabibi" userId="TD7jMY8LmAQEPgytI0coB9bxitAy8MF0w5Te3beeWt4=" providerId="None" clId="Web-{682663EE-9845-43A0-9E1A-01A4A04F478E}" dt="2026-09-10T19:28:44.673" v="38" actId="20577"/>
          <ac:spMkLst>
            <pc:docMk/>
            <pc:sldMk cId="0" sldId="275"/>
            <ac:spMk id="22" creationId="{00000000-0000-0000-0000-000000000000}"/>
          </ac:spMkLst>
        </pc:spChg>
        <pc:spChg chg="mod">
          <ac:chgData name="Omar Alshabibi" userId="TD7jMY8LmAQEPgytI0coB9bxitAy8MF0w5Te3beeWt4=" providerId="None" clId="Web-{682663EE-9845-43A0-9E1A-01A4A04F478E}" dt="2026-09-10T19:29:28.595" v="45"/>
          <ac:spMkLst>
            <pc:docMk/>
            <pc:sldMk cId="0" sldId="275"/>
            <ac:spMk id="24" creationId="{00000000-0000-0000-0000-000000000000}"/>
          </ac:spMkLst>
        </pc:spChg>
      </pc:sldChg>
      <pc:sldChg chg="add">
        <pc:chgData name="Omar Alshabibi" userId="TD7jMY8LmAQEPgytI0coB9bxitAy8MF0w5Te3beeWt4=" providerId="None" clId="Web-{682663EE-9845-43A0-9E1A-01A4A04F478E}" dt="2026-09-10T19:34:08.425" v="56"/>
        <pc:sldMkLst>
          <pc:docMk/>
          <pc:sldMk cId="0" sldId="276"/>
        </pc:sldMkLst>
      </pc:sldChg>
      <pc:sldChg chg="modSp">
        <pc:chgData name="Omar Alshabibi" userId="TD7jMY8LmAQEPgytI0coB9bxitAy8MF0w5Te3beeWt4=" providerId="None" clId="Web-{682663EE-9845-43A0-9E1A-01A4A04F478E}" dt="2026-09-10T19:23:48.531" v="6" actId="1076"/>
        <pc:sldMkLst>
          <pc:docMk/>
          <pc:sldMk cId="1615288744" sldId="288"/>
        </pc:sldMkLst>
        <pc:spChg chg="mod">
          <ac:chgData name="Omar Alshabibi" userId="TD7jMY8LmAQEPgytI0coB9bxitAy8MF0w5Te3beeWt4=" providerId="None" clId="Web-{682663EE-9845-43A0-9E1A-01A4A04F478E}" dt="2026-09-10T19:23:48.531" v="6" actId="1076"/>
          <ac:spMkLst>
            <pc:docMk/>
            <pc:sldMk cId="1615288744" sldId="288"/>
            <ac:spMk id="4" creationId="{F5317900-2461-E19B-C946-E1B24A1BCE6A}"/>
          </ac:spMkLst>
        </pc:spChg>
        <pc:spChg chg="mod">
          <ac:chgData name="Omar Alshabibi" userId="TD7jMY8LmAQEPgytI0coB9bxitAy8MF0w5Te3beeWt4=" providerId="None" clId="Web-{682663EE-9845-43A0-9E1A-01A4A04F478E}" dt="2026-09-10T19:23:26.922" v="0"/>
          <ac:spMkLst>
            <pc:docMk/>
            <pc:sldMk cId="1615288744" sldId="288"/>
            <ac:spMk id="5" creationId="{6AE4346A-26E3-BBDD-F115-56D94BDBD20B}"/>
          </ac:spMkLst>
        </pc:spChg>
      </pc:sldChg>
      <pc:sldChg chg="new del">
        <pc:chgData name="Omar Alshabibi" userId="TD7jMY8LmAQEPgytI0coB9bxitAy8MF0w5Te3beeWt4=" providerId="None" clId="Web-{682663EE-9845-43A0-9E1A-01A4A04F478E}" dt="2026-09-10T19:24:59.734" v="9"/>
        <pc:sldMkLst>
          <pc:docMk/>
          <pc:sldMk cId="4033332840" sldId="2147483638"/>
        </pc:sldMkLst>
      </pc:sldChg>
      <pc:sldChg chg="modSp add replId">
        <pc:chgData name="Omar Alshabibi" userId="TD7jMY8LmAQEPgytI0coB9bxitAy8MF0w5Te3beeWt4=" providerId="None" clId="Web-{682663EE-9845-43A0-9E1A-01A4A04F478E}" dt="2026-09-10T19:26:45.032" v="31" actId="20577"/>
        <pc:sldMkLst>
          <pc:docMk/>
          <pc:sldMk cId="1549708207" sldId="2147483639"/>
        </pc:sldMkLst>
        <pc:spChg chg="mod">
          <ac:chgData name="Omar Alshabibi" userId="TD7jMY8LmAQEPgytI0coB9bxitAy8MF0w5Te3beeWt4=" providerId="None" clId="Web-{682663EE-9845-43A0-9E1A-01A4A04F478E}" dt="2026-09-10T19:25:03.125" v="10" actId="20577"/>
          <ac:spMkLst>
            <pc:docMk/>
            <pc:sldMk cId="1549708207" sldId="2147483639"/>
            <ac:spMk id="10" creationId="{0C29A61E-B333-CDDA-4758-F57B2200953B}"/>
          </ac:spMkLst>
        </pc:spChg>
        <pc:spChg chg="mod">
          <ac:chgData name="Omar Alshabibi" userId="TD7jMY8LmAQEPgytI0coB9bxitAy8MF0w5Te3beeWt4=" providerId="None" clId="Web-{682663EE-9845-43A0-9E1A-01A4A04F478E}" dt="2026-09-10T19:25:20.141" v="11" actId="20577"/>
          <ac:spMkLst>
            <pc:docMk/>
            <pc:sldMk cId="1549708207" sldId="2147483639"/>
            <ac:spMk id="11" creationId="{303B5130-A3B8-B278-CEC8-4B249968951D}"/>
          </ac:spMkLst>
        </pc:spChg>
        <pc:spChg chg="mod">
          <ac:chgData name="Omar Alshabibi" userId="TD7jMY8LmAQEPgytI0coB9bxitAy8MF0w5Te3beeWt4=" providerId="None" clId="Web-{682663EE-9845-43A0-9E1A-01A4A04F478E}" dt="2026-09-10T19:26:45.032" v="31" actId="20577"/>
          <ac:spMkLst>
            <pc:docMk/>
            <pc:sldMk cId="1549708207" sldId="2147483639"/>
            <ac:spMk id="12" creationId="{1FEF4984-CD97-FADE-5F98-EC663D052463}"/>
          </ac:spMkLst>
        </pc:spChg>
      </pc:sldChg>
      <pc:sldChg chg="new del">
        <pc:chgData name="Omar Alshabibi" userId="TD7jMY8LmAQEPgytI0coB9bxitAy8MF0w5Te3beeWt4=" providerId="None" clId="Web-{682663EE-9845-43A0-9E1A-01A4A04F478E}" dt="2026-09-10T19:33:20.706" v="53"/>
        <pc:sldMkLst>
          <pc:docMk/>
          <pc:sldMk cId="492121080" sldId="2147483640"/>
        </pc:sldMkLst>
      </pc:sldChg>
      <pc:sldChg chg="delSp modSp add ord replId">
        <pc:chgData name="Omar Alshabibi" userId="TD7jMY8LmAQEPgytI0coB9bxitAy8MF0w5Te3beeWt4=" providerId="None" clId="Web-{682663EE-9845-43A0-9E1A-01A4A04F478E}" dt="2026-09-10T19:33:40.925" v="55" actId="20577"/>
        <pc:sldMkLst>
          <pc:docMk/>
          <pc:sldMk cId="2508503739" sldId="2147483641"/>
        </pc:sldMkLst>
        <pc:spChg chg="del">
          <ac:chgData name="Omar Alshabibi" userId="TD7jMY8LmAQEPgytI0coB9bxitAy8MF0w5Te3beeWt4=" providerId="None" clId="Web-{682663EE-9845-43A0-9E1A-01A4A04F478E}" dt="2026-09-10T19:33:24.409" v="54"/>
          <ac:spMkLst>
            <pc:docMk/>
            <pc:sldMk cId="2508503739" sldId="2147483641"/>
            <ac:spMk id="10" creationId="{CE1CE5FC-F3A5-1F70-59A5-8E45C70D63DC}"/>
          </ac:spMkLst>
        </pc:spChg>
        <pc:spChg chg="mod">
          <ac:chgData name="Omar Alshabibi" userId="TD7jMY8LmAQEPgytI0coB9bxitAy8MF0w5Te3beeWt4=" providerId="None" clId="Web-{682663EE-9845-43A0-9E1A-01A4A04F478E}" dt="2026-09-10T19:33:40.925" v="55" actId="20577"/>
          <ac:spMkLst>
            <pc:docMk/>
            <pc:sldMk cId="2508503739" sldId="2147483641"/>
            <ac:spMk id="11" creationId="{8697B24A-94C3-78A2-4C58-B9213C9360A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D780F-8FC1-E243-8D90-CBD601F93581}"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4138BC-95F3-094F-85AA-C810232E4992}" type="slidenum">
              <a:rPr lang="en-US" smtClean="0"/>
              <a:t>‹#›</a:t>
            </a:fld>
            <a:endParaRPr lang="en-US"/>
          </a:p>
        </p:txBody>
      </p:sp>
    </p:spTree>
    <p:extLst>
      <p:ext uri="{BB962C8B-B14F-4D97-AF65-F5344CB8AC3E}">
        <p14:creationId xmlns:p14="http://schemas.microsoft.com/office/powerpoint/2010/main" val="211442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4138BC-95F3-094F-85AA-C810232E4992}" type="slidenum">
              <a:rPr lang="en-US" smtClean="0"/>
              <a:t>1</a:t>
            </a:fld>
            <a:endParaRPr lang="en-US"/>
          </a:p>
        </p:txBody>
      </p:sp>
    </p:spTree>
    <p:extLst>
      <p:ext uri="{BB962C8B-B14F-4D97-AF65-F5344CB8AC3E}">
        <p14:creationId xmlns:p14="http://schemas.microsoft.com/office/powerpoint/2010/main" val="2464895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AUTOSAR=global partnership of leading companies in the automotive and software industry to develop and establish the standardized software framework and open E/E system architecture for intelligent mobility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Scopo</a:t>
            </a:r>
            <a:r>
              <a:rPr lang="en-US" baseline="0" dirty="0"/>
              <a:t>: </a:t>
            </a:r>
            <a:r>
              <a:rPr lang="en-US" baseline="0" dirty="0" err="1"/>
              <a:t>semplificare</a:t>
            </a:r>
            <a:r>
              <a:rPr lang="en-US" baseline="0" dirty="0"/>
              <a:t> il debug, </a:t>
            </a:r>
            <a:r>
              <a:rPr lang="en-US" baseline="0" dirty="0" err="1"/>
              <a:t>aumentare</a:t>
            </a:r>
            <a:r>
              <a:rPr lang="en-US" baseline="0" dirty="0"/>
              <a:t> il </a:t>
            </a:r>
            <a:r>
              <a:rPr lang="en-US" baseline="0" dirty="0" err="1"/>
              <a:t>riutilizzo</a:t>
            </a:r>
            <a:r>
              <a:rPr lang="en-US" baseline="0" dirty="0"/>
              <a:t> di </a:t>
            </a:r>
            <a:r>
              <a:rPr lang="en-US" baseline="0" dirty="0" err="1"/>
              <a:t>componeneti</a:t>
            </a:r>
            <a:r>
              <a:rPr lang="en-US" baseline="0" dirty="0"/>
              <a:t> </a:t>
            </a:r>
            <a:r>
              <a:rPr lang="en-US" baseline="0" dirty="0" err="1"/>
              <a:t>sw</a:t>
            </a:r>
            <a:r>
              <a:rPr lang="en-US" baseline="0" dirty="0"/>
              <a:t>, </a:t>
            </a:r>
            <a:r>
              <a:rPr lang="en-US" baseline="0" dirty="0" err="1"/>
              <a:t>consentire</a:t>
            </a:r>
            <a:r>
              <a:rPr lang="en-US" baseline="0" dirty="0"/>
              <a:t> la </a:t>
            </a:r>
            <a:r>
              <a:rPr lang="en-US" baseline="0" dirty="0" err="1"/>
              <a:t>collaborazione</a:t>
            </a:r>
            <a:r>
              <a:rPr lang="en-US" baseline="0" dirty="0"/>
              <a:t> </a:t>
            </a:r>
            <a:r>
              <a:rPr lang="en-US" baseline="0" dirty="0" err="1"/>
              <a:t>definendo</a:t>
            </a:r>
            <a:r>
              <a:rPr lang="en-US" baseline="0" dirty="0"/>
              <a:t> uno std per </a:t>
            </a:r>
            <a:r>
              <a:rPr lang="en-US" baseline="0" dirty="0" err="1"/>
              <a:t>l’interfacciamento</a:t>
            </a:r>
            <a:r>
              <a:rPr lang="en-US" baseline="0" dirty="0"/>
              <a:t> </a:t>
            </a:r>
            <a:r>
              <a:rPr lang="en-US" baseline="0" dirty="0" err="1"/>
              <a:t>tra</a:t>
            </a:r>
            <a:r>
              <a:rPr lang="en-US" baseline="0" dirty="0"/>
              <a:t> I </a:t>
            </a:r>
            <a:r>
              <a:rPr lang="en-US" baseline="0" dirty="0" err="1"/>
              <a:t>componeneti</a:t>
            </a:r>
            <a:r>
              <a:rPr lang="en-US" baseline="0" dirty="0"/>
              <a:t> </a:t>
            </a:r>
            <a:r>
              <a:rPr lang="en-US" baseline="0" dirty="0" err="1"/>
              <a:t>sw</a:t>
            </a:r>
            <a:endParaRPr lang="en-US" baseline="0" dirty="0"/>
          </a:p>
          <a:p>
            <a:endParaRPr lang="it-IT" dirty="0"/>
          </a:p>
        </p:txBody>
      </p:sp>
      <p:sp>
        <p:nvSpPr>
          <p:cNvPr id="4" name="Slide Number Placeholder 3"/>
          <p:cNvSpPr>
            <a:spLocks noGrp="1"/>
          </p:cNvSpPr>
          <p:nvPr>
            <p:ph type="sldNum" sz="quarter" idx="5"/>
          </p:nvPr>
        </p:nvSpPr>
        <p:spPr/>
        <p:txBody>
          <a:bodyPr/>
          <a:lstStyle/>
          <a:p>
            <a:fld id="{8A41571E-2746-427A-9453-2A5312736AD3}" type="slidenum">
              <a:rPr lang="de-DE" smtClean="0"/>
              <a:t>5</a:t>
            </a:fld>
            <a:endParaRPr lang="de-DE" dirty="0"/>
          </a:p>
        </p:txBody>
      </p:sp>
    </p:spTree>
    <p:extLst>
      <p:ext uri="{BB962C8B-B14F-4D97-AF65-F5344CB8AC3E}">
        <p14:creationId xmlns:p14="http://schemas.microsoft.com/office/powerpoint/2010/main" val="3227639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Before we kick off the challenges of smaller MCU devices and the best software fit for it, let me highlight the needs for a middleware </a:t>
            </a:r>
          </a:p>
          <a:p>
            <a:r>
              <a:rPr lang="en-US"/>
              <a:t>Why the auto industry needs a middleware? Evolution of E/E architecture and complexity of ECUs from </a:t>
            </a:r>
          </a:p>
          <a:p>
            <a:r>
              <a:rPr lang="en-US"/>
              <a:t>Unlocking the potential of the underlying HW capabilities with a common software solution that can be reused from one ECU to another with less re-investment </a:t>
            </a:r>
            <a:endParaRPr lang="en-CA"/>
          </a:p>
        </p:txBody>
      </p:sp>
      <p:sp>
        <p:nvSpPr>
          <p:cNvPr id="4" name="Slide Number Placeholder 3"/>
          <p:cNvSpPr>
            <a:spLocks noGrp="1"/>
          </p:cNvSpPr>
          <p:nvPr>
            <p:ph type="sldNum" sz="quarter" idx="5"/>
          </p:nvPr>
        </p:nvSpPr>
        <p:spPr/>
        <p:txBody>
          <a:bodyPr/>
          <a:lstStyle/>
          <a:p>
            <a:fld id="{8A41571E-2746-427A-9453-2A5312736AD3}" type="slidenum">
              <a:rPr lang="de-DE" smtClean="0"/>
              <a:t>6</a:t>
            </a:fld>
            <a:endParaRPr lang="de-DE"/>
          </a:p>
        </p:txBody>
      </p:sp>
    </p:spTree>
    <p:extLst>
      <p:ext uri="{BB962C8B-B14F-4D97-AF65-F5344CB8AC3E}">
        <p14:creationId xmlns:p14="http://schemas.microsoft.com/office/powerpoint/2010/main" val="4261054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BA1C-B746-2090-AD3E-544389AC939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9326372-E0C8-451A-A3EE-9ED804F30E7B}"/>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5891A5F7-6B07-03C6-6507-4E017729F3CF}"/>
              </a:ext>
            </a:extLst>
          </p:cNvPr>
          <p:cNvSpPr>
            <a:spLocks noGrp="1"/>
          </p:cNvSpPr>
          <p:nvPr>
            <p:ph type="body" idx="1"/>
          </p:nvPr>
        </p:nvSpPr>
        <p:spPr/>
        <p:txBody>
          <a:bodyPr/>
          <a:lstStyle/>
          <a:p>
            <a:pPr defTabSz="966612">
              <a:defRPr/>
            </a:pPr>
            <a:r>
              <a:rPr lang="de-DE" b="1">
                <a:latin typeface="Arial" panose="020B0604020202020204" pitchFamily="34" charset="0"/>
                <a:cs typeface="Arial" panose="020B0604020202020204" pitchFamily="34" charset="0"/>
              </a:rPr>
              <a:t>Robust and scalable platforms: </a:t>
            </a:r>
            <a:r>
              <a:rPr lang="en-US"/>
              <a:t>Providing highly reliable and flexible software foundations for both high-performance microprocessors and resource-constrained microcontrollers. Accelerates development and ensures future-proof architectures across diverse automotive domains.</a:t>
            </a:r>
            <a:endParaRPr lang="de-DE" b="1">
              <a:latin typeface="Arial" panose="020B0604020202020204" pitchFamily="34" charset="0"/>
              <a:cs typeface="Arial" panose="020B0604020202020204" pitchFamily="34" charset="0"/>
            </a:endParaRPr>
          </a:p>
          <a:p>
            <a:pPr defTabSz="966612">
              <a:defRPr/>
            </a:pPr>
            <a:endParaRPr lang="de-DE" b="1">
              <a:latin typeface="Arial" panose="020B0604020202020204" pitchFamily="34" charset="0"/>
              <a:cs typeface="Arial" panose="020B0604020202020204" pitchFamily="34" charset="0"/>
            </a:endParaRPr>
          </a:p>
          <a:p>
            <a:pPr defTabSz="966612">
              <a:defRPr/>
            </a:pPr>
            <a:r>
              <a:rPr lang="de-DE" b="1">
                <a:latin typeface="Arial" panose="020B0604020202020204" pitchFamily="34" charset="0"/>
                <a:cs typeface="Arial" panose="020B0604020202020204" pitchFamily="34" charset="0"/>
              </a:rPr>
              <a:t>Integrated safety and security: </a:t>
            </a:r>
            <a:r>
              <a:rPr lang="en-US"/>
              <a:t>Engineered with comprehensive mechanisms and adherence to industry standards (ISO 26262, ISO/SAE 21434) from design to deployment. Enables the creation of safe and secure ECUs, meeting stringent automotive regulations and protecting against evolving threats.</a:t>
            </a:r>
          </a:p>
          <a:p>
            <a:endParaRPr lang="de-DE" b="1">
              <a:latin typeface="Arial" panose="020B0604020202020204" pitchFamily="34" charset="0"/>
              <a:cs typeface="Arial" panose="020B0604020202020204" pitchFamily="34" charset="0"/>
            </a:endParaRPr>
          </a:p>
          <a:p>
            <a:r>
              <a:rPr lang="de-DE" b="1">
                <a:latin typeface="Arial" panose="020B0604020202020204" pitchFamily="34" charset="0"/>
                <a:cs typeface="Arial" panose="020B0604020202020204" pitchFamily="34" charset="0"/>
              </a:rPr>
              <a:t>AUTOSAR compliance and real-time performance: </a:t>
            </a:r>
            <a:r>
              <a:rPr lang="en-US"/>
              <a:t>Offering a production-proven AUTOSAR stack for standardization, modularity, and deterministic real-time execution in embedded systems. Simplifies integration, optimizes resource utilization, and guarantees predictable behavior for critical automotive functions.</a:t>
            </a: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F5BCDF21-8A06-4622-290C-F264DEF79F2F}"/>
              </a:ext>
            </a:extLst>
          </p:cNvPr>
          <p:cNvSpPr>
            <a:spLocks noGrp="1"/>
          </p:cNvSpPr>
          <p:nvPr>
            <p:ph type="sldNum" sz="quarter" idx="5"/>
          </p:nvPr>
        </p:nvSpPr>
        <p:spPr/>
        <p:txBody>
          <a:bodyPr/>
          <a:lstStyle/>
          <a:p>
            <a:fld id="{8A41571E-2746-427A-9453-2A5312736AD3}" type="slidenum">
              <a:rPr lang="de-DE" smtClean="0"/>
              <a:t>7</a:t>
            </a:fld>
            <a:endParaRPr lang="de-DE"/>
          </a:p>
        </p:txBody>
      </p:sp>
    </p:spTree>
    <p:extLst>
      <p:ext uri="{BB962C8B-B14F-4D97-AF65-F5344CB8AC3E}">
        <p14:creationId xmlns:p14="http://schemas.microsoft.com/office/powerpoint/2010/main" val="88847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r>
              <a:rPr lang="en-GB"/>
              <a:t>This example might resonate with people who have worked on “green-field” projects or teams new to AUTOSAR.</a:t>
            </a:r>
          </a:p>
          <a:p>
            <a:endParaRPr lang="en-GB"/>
          </a:p>
          <a:p>
            <a:r>
              <a:rPr lang="en-GB"/>
              <a:t>1. Either internal or external factors decided that AUTOSAR benefits outweigh the challenges”</a:t>
            </a:r>
          </a:p>
          <a:p>
            <a:endParaRPr lang="en-GB"/>
          </a:p>
          <a:p>
            <a:r>
              <a:rPr lang="en-GB"/>
              <a:t>2. So you go ahead, and begin sizing the MCU, looking at application software from previous projects for example, adding AUTOSAR headroom.</a:t>
            </a:r>
          </a:p>
          <a:p>
            <a:endParaRPr lang="en-GB"/>
          </a:p>
          <a:p>
            <a:r>
              <a:rPr lang="en-GB"/>
              <a:t>3. Concern around AUTOSAR leads to selection of a bigger MCU”, 2-4 MB or something similar.</a:t>
            </a:r>
          </a:p>
          <a:p>
            <a:endParaRPr lang="en-GB">
              <a:ea typeface="Calibri"/>
              <a:cs typeface="Calibri"/>
            </a:endParaRPr>
          </a:p>
          <a:p>
            <a:r>
              <a:rPr lang="en-GB">
                <a:ea typeface="Calibri"/>
                <a:cs typeface="Calibri"/>
              </a:rPr>
              <a:t>4. If the cost of the MCU is questioned or an issue, which we increasingly see, its assumed that a different software approach is needed</a:t>
            </a:r>
          </a:p>
          <a:p>
            <a:endParaRPr lang="en-GB">
              <a:ea typeface="Calibri"/>
              <a:cs typeface="Calibri"/>
            </a:endParaRPr>
          </a:p>
          <a:p>
            <a:endParaRPr lang="en-GB"/>
          </a:p>
        </p:txBody>
      </p:sp>
      <p:sp>
        <p:nvSpPr>
          <p:cNvPr id="4" name="Foliennummernplatzhalter 3"/>
          <p:cNvSpPr>
            <a:spLocks noGrp="1"/>
          </p:cNvSpPr>
          <p:nvPr>
            <p:ph type="sldNum" sz="quarter" idx="5"/>
          </p:nvPr>
        </p:nvSpPr>
        <p:spPr/>
        <p:txBody>
          <a:bodyPr/>
          <a:lstStyle/>
          <a:p>
            <a:fld id="{8A41571E-2746-427A-9453-2A5312736AD3}" type="slidenum">
              <a:rPr lang="de-DE" smtClean="0"/>
              <a:t>13</a:t>
            </a:fld>
            <a:endParaRPr lang="de-DE"/>
          </a:p>
        </p:txBody>
      </p:sp>
    </p:spTree>
    <p:extLst>
      <p:ext uri="{BB962C8B-B14F-4D97-AF65-F5344CB8AC3E}">
        <p14:creationId xmlns:p14="http://schemas.microsoft.com/office/powerpoint/2010/main" val="2102484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This example might resonate with people who have worked with AUTOSAR for a longer time, for example on a platform basis. Is a common story that leads people to think alternatives are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a:t>You’re using AUTOSAR because its already well established, its part of the OEM-Tier 1 relationship/eco-system</a:t>
            </a:r>
            <a:r>
              <a:rPr lang="en-US"/>
              <a:t>. Rely on ECU extracts, AUTOSAR Application Software etc.</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a:t>You might choose what you think is the right MCU for the project, but scope can change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a:t>Features are added by the project, this causes Flash and RAM usage to increase, CPU load and Stack usage increases. Eventually it all becomes too much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a:t>You are faced with the difficult questions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a:t>Upgrading has cost implications, alternatively fighting the configuration might be challenging if design decisions are already made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a:t>Finally, might think that alternative middleware is needed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This is the topic we want to explore today, and show you that with RTA-CAR you can avoid many of these problems and successfully use lightweight middleware in resource constrained microcontrollers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a:p>
        </p:txBody>
      </p:sp>
      <p:sp>
        <p:nvSpPr>
          <p:cNvPr id="4" name="Slide Number Placeholder 3"/>
          <p:cNvSpPr>
            <a:spLocks noGrp="1"/>
          </p:cNvSpPr>
          <p:nvPr>
            <p:ph type="sldNum" sz="quarter" idx="5"/>
          </p:nvPr>
        </p:nvSpPr>
        <p:spPr/>
        <p:txBody>
          <a:bodyPr/>
          <a:lstStyle/>
          <a:p>
            <a:fld id="{8A41571E-2746-427A-9453-2A5312736AD3}" type="slidenum">
              <a:rPr lang="de-DE" smtClean="0"/>
              <a:t>14</a:t>
            </a:fld>
            <a:endParaRPr lang="de-DE"/>
          </a:p>
        </p:txBody>
      </p:sp>
    </p:spTree>
    <p:extLst>
      <p:ext uri="{BB962C8B-B14F-4D97-AF65-F5344CB8AC3E}">
        <p14:creationId xmlns:p14="http://schemas.microsoft.com/office/powerpoint/2010/main" val="2437336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a:t>So if we want to think about what is the right solution to these problems, we need to understand the root cause, later in the webinar we want to show you have we have worked to overcome them</a:t>
            </a:r>
          </a:p>
          <a:p>
            <a:endParaRPr lang="en-GB"/>
          </a:p>
          <a:p>
            <a:r>
              <a:rPr lang="en-GB"/>
              <a:t>Why is there this assumption in the industry that AUTOSAR is “too big” for small MCUs?</a:t>
            </a:r>
          </a:p>
          <a:p>
            <a:endParaRPr lang="en-US"/>
          </a:p>
          <a:p>
            <a:r>
              <a:rPr lang="en-US"/>
              <a:t>So starting with the thought patterns that we have identified from before…</a:t>
            </a:r>
          </a:p>
          <a:p>
            <a:endParaRPr lang="en-US"/>
          </a:p>
          <a:p>
            <a:r>
              <a:rPr lang="en-US"/>
              <a:t>These basically come from past experiences and shared stories – either you or someone you know or have worked with before has had difficultly with AUTOSAR and found it to be overbearing, heavyweight, complicated. These then lead to the thought patterns we have discussed.</a:t>
            </a:r>
          </a:p>
          <a:p>
            <a:endParaRPr lang="en-US"/>
          </a:p>
          <a:p>
            <a:r>
              <a:rPr lang="en-US"/>
              <a:t>But what was it that caused these negative experiences… we will explore these in the next slide.</a:t>
            </a:r>
          </a:p>
          <a:p>
            <a:endParaRPr lang="en-US"/>
          </a:p>
          <a:p>
            <a:endParaRPr lang="en-US"/>
          </a:p>
        </p:txBody>
      </p:sp>
      <p:sp>
        <p:nvSpPr>
          <p:cNvPr id="4" name="Slide Number Placeholder 3"/>
          <p:cNvSpPr>
            <a:spLocks noGrp="1"/>
          </p:cNvSpPr>
          <p:nvPr>
            <p:ph type="sldNum" sz="quarter" idx="5"/>
          </p:nvPr>
        </p:nvSpPr>
        <p:spPr/>
        <p:txBody>
          <a:bodyPr/>
          <a:lstStyle/>
          <a:p>
            <a:fld id="{8A41571E-2746-427A-9453-2A5312736AD3}" type="slidenum">
              <a:rPr lang="de-DE" smtClean="0"/>
              <a:t>15</a:t>
            </a:fld>
            <a:endParaRPr lang="de-DE"/>
          </a:p>
        </p:txBody>
      </p:sp>
    </p:spTree>
    <p:extLst>
      <p:ext uri="{BB962C8B-B14F-4D97-AF65-F5344CB8AC3E}">
        <p14:creationId xmlns:p14="http://schemas.microsoft.com/office/powerpoint/2010/main" val="962991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ea typeface="Calibri"/>
                <a:cs typeface="Calibri"/>
              </a:rPr>
              <a:t>Later in the webinar we are going to look at both of these topics. </a:t>
            </a:r>
          </a:p>
          <a:p>
            <a:endParaRPr lang="en-US">
              <a:ea typeface="Calibri"/>
              <a:cs typeface="Calibri"/>
            </a:endParaRPr>
          </a:p>
          <a:p>
            <a:r>
              <a:rPr lang="en-US">
                <a:ea typeface="Calibri"/>
                <a:cs typeface="Calibri"/>
              </a:rPr>
              <a:t>Regarding the Poor ATUOSAR implementation – we will look at how RTA-CAR has been developed to produce very lightweight output with code generators.</a:t>
            </a:r>
          </a:p>
          <a:p>
            <a:endParaRPr lang="en-US">
              <a:ea typeface="Calibri"/>
              <a:cs typeface="Calibri"/>
            </a:endParaRPr>
          </a:p>
          <a:p>
            <a:r>
              <a:rPr lang="en-US">
                <a:ea typeface="Calibri"/>
                <a:cs typeface="Calibri"/>
              </a:rPr>
              <a:t>Regarding AUTOSAR challenges, we will show how our low-footprint Starter Kits and Practical Tips can help you overcome these challenges and deploy RTA-CAR onto smaller </a:t>
            </a:r>
            <a:r>
              <a:rPr lang="en-US" err="1">
                <a:ea typeface="Calibri"/>
                <a:cs typeface="Calibri"/>
              </a:rPr>
              <a:t>devbices</a:t>
            </a:r>
            <a:r>
              <a:rPr lang="en-US">
                <a:ea typeface="Calibri"/>
                <a:cs typeface="Calibri"/>
              </a:rPr>
              <a:t>.</a:t>
            </a:r>
          </a:p>
        </p:txBody>
      </p:sp>
      <p:sp>
        <p:nvSpPr>
          <p:cNvPr id="4" name="Slide Number Placeholder 3"/>
          <p:cNvSpPr>
            <a:spLocks noGrp="1"/>
          </p:cNvSpPr>
          <p:nvPr>
            <p:ph type="sldNum" sz="quarter" idx="5"/>
          </p:nvPr>
        </p:nvSpPr>
        <p:spPr/>
        <p:txBody>
          <a:bodyPr/>
          <a:lstStyle/>
          <a:p>
            <a:fld id="{8A41571E-2746-427A-9453-2A5312736AD3}" type="slidenum">
              <a:rPr lang="de-DE" smtClean="0"/>
              <a:t>16</a:t>
            </a:fld>
            <a:endParaRPr lang="de-DE"/>
          </a:p>
        </p:txBody>
      </p:sp>
    </p:spTree>
    <p:extLst>
      <p:ext uri="{BB962C8B-B14F-4D97-AF65-F5344CB8AC3E}">
        <p14:creationId xmlns:p14="http://schemas.microsoft.com/office/powerpoint/2010/main" val="3641223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5D6F0-EA4A-D663-0320-063D2EDB1E9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D717C0-0AC6-920A-5278-2586BCC8F89F}"/>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B4FFC302-C2BA-D744-4BF4-F810D8321223}"/>
              </a:ext>
            </a:extLst>
          </p:cNvPr>
          <p:cNvSpPr>
            <a:spLocks noGrp="1"/>
          </p:cNvSpPr>
          <p:nvPr>
            <p:ph type="body" idx="1"/>
          </p:nvPr>
        </p:nvSpPr>
        <p:spPr/>
        <p:txBody>
          <a:bodyPr/>
          <a:lstStyle/>
          <a:p>
            <a:r>
              <a:rPr lang="en-GB" err="1"/>
              <a:t>Souce</a:t>
            </a:r>
            <a:r>
              <a:rPr lang="en-GB"/>
              <a:t> Code Delivery</a:t>
            </a:r>
            <a:endParaRPr lang="en-US"/>
          </a:p>
          <a:p>
            <a:r>
              <a:rPr lang="en-GB"/>
              <a:t>As opposed to object code delivery - often the default but think is it </a:t>
            </a:r>
            <a:r>
              <a:rPr lang="en-GB" err="1"/>
              <a:t>realy</a:t>
            </a:r>
            <a:r>
              <a:rPr lang="en-GB"/>
              <a:t> necessary, can it be avoided to save footprint?</a:t>
            </a:r>
            <a:endParaRPr lang="en-GB">
              <a:ea typeface="Calibri"/>
              <a:cs typeface="Calibri"/>
            </a:endParaRPr>
          </a:p>
          <a:p>
            <a:endParaRPr lang="en-GB"/>
          </a:p>
          <a:p>
            <a:r>
              <a:rPr lang="en-GB">
                <a:solidFill>
                  <a:srgbClr val="164294"/>
                </a:solidFill>
              </a:rPr>
              <a:t>Basic Tasks</a:t>
            </a:r>
            <a:endParaRPr lang="en-GB">
              <a:solidFill>
                <a:srgbClr val="164294"/>
              </a:solidFill>
              <a:ea typeface="Calibri"/>
              <a:cs typeface="Calibri"/>
            </a:endParaRPr>
          </a:p>
          <a:p>
            <a:r>
              <a:rPr lang="en-GB">
                <a:solidFill>
                  <a:srgbClr val="164294"/>
                </a:solidFill>
                <a:ea typeface="Calibri"/>
                <a:cs typeface="Calibri"/>
              </a:rPr>
              <a:t>Explain why basic tasks are expensive</a:t>
            </a:r>
            <a:endParaRPr lang="en-GB">
              <a:solidFill>
                <a:srgbClr val="164294"/>
              </a:solidFill>
            </a:endParaRPr>
          </a:p>
          <a:p>
            <a:r>
              <a:rPr lang="en-GB">
                <a:solidFill>
                  <a:srgbClr val="164294"/>
                </a:solidFill>
                <a:ea typeface="Calibri"/>
                <a:cs typeface="Calibri"/>
              </a:rPr>
              <a:t>RTE has to decide what type of task based on the ECU configuration it is given. Main topics are:</a:t>
            </a:r>
            <a:endParaRPr lang="en-GB">
              <a:solidFill>
                <a:srgbClr val="164294"/>
              </a:solidFill>
            </a:endParaRPr>
          </a:p>
          <a:p>
            <a:r>
              <a:rPr lang="en-GB"/>
              <a:t>–Avoid wake up of wait point triggers</a:t>
            </a:r>
          </a:p>
          <a:p>
            <a:r>
              <a:rPr lang="en-GB"/>
              <a:t>–Do not map periodic and sporadic runnable entities to the same task </a:t>
            </a:r>
            <a:endParaRPr lang="en-GB">
              <a:solidFill>
                <a:srgbClr val="000000"/>
              </a:solidFill>
            </a:endParaRPr>
          </a:p>
          <a:p>
            <a:endParaRPr lang="en-GB"/>
          </a:p>
          <a:p>
            <a:r>
              <a:rPr lang="en-GB"/>
              <a:t>Map communicating entities to the same task if possible</a:t>
            </a:r>
          </a:p>
          <a:p>
            <a:r>
              <a:rPr lang="en-GB">
                <a:solidFill>
                  <a:srgbClr val="0E000C"/>
                </a:solidFill>
              </a:rPr>
              <a:t>–</a:t>
            </a:r>
            <a:r>
              <a:rPr lang="en-GB"/>
              <a:t>Allows optimization based on Runnable Entity execution sequence</a:t>
            </a:r>
          </a:p>
          <a:p>
            <a:endParaRPr lang="en-GB">
              <a:ea typeface="Calibri"/>
              <a:cs typeface="Calibri"/>
            </a:endParaRPr>
          </a:p>
          <a:p>
            <a:r>
              <a:rPr lang="en-GB"/>
              <a:t>Try to make servers “pure” servers on same ECU -&gt; optimises as a direct function call, avoids extended tasks</a:t>
            </a:r>
            <a:endParaRPr lang="en-US">
              <a:solidFill>
                <a:srgbClr val="444444"/>
              </a:solidFill>
            </a:endParaRPr>
          </a:p>
          <a:p>
            <a:endParaRPr lang="en-GB">
              <a:ea typeface="Calibri"/>
              <a:cs typeface="Calibri"/>
            </a:endParaRPr>
          </a:p>
        </p:txBody>
      </p:sp>
      <p:sp>
        <p:nvSpPr>
          <p:cNvPr id="4" name="Foliennummernplatzhalter 3">
            <a:extLst>
              <a:ext uri="{FF2B5EF4-FFF2-40B4-BE49-F238E27FC236}">
                <a16:creationId xmlns:a16="http://schemas.microsoft.com/office/drawing/2014/main" id="{F2A63693-830B-19E9-3E36-384A36F11025}"/>
              </a:ext>
            </a:extLst>
          </p:cNvPr>
          <p:cNvSpPr>
            <a:spLocks noGrp="1"/>
          </p:cNvSpPr>
          <p:nvPr>
            <p:ph type="sldNum" sz="quarter" idx="5"/>
          </p:nvPr>
        </p:nvSpPr>
        <p:spPr/>
        <p:txBody>
          <a:bodyPr/>
          <a:lstStyle/>
          <a:p>
            <a:fld id="{8A41571E-2746-427A-9453-2A5312736AD3}" type="slidenum">
              <a:rPr lang="de-DE" smtClean="0"/>
              <a:t>19</a:t>
            </a:fld>
            <a:endParaRPr lang="de-DE"/>
          </a:p>
        </p:txBody>
      </p:sp>
    </p:spTree>
    <p:extLst>
      <p:ext uri="{BB962C8B-B14F-4D97-AF65-F5344CB8AC3E}">
        <p14:creationId xmlns:p14="http://schemas.microsoft.com/office/powerpoint/2010/main" val="1259407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4CCA0-403C-C343-8F5C-DD73F52103F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C5BD4A2-B9E1-7A21-BFAB-8B67EE1700E1}"/>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9A9A59C1-346C-8B29-79C0-D0103AE9B573}"/>
              </a:ext>
            </a:extLst>
          </p:cNvPr>
          <p:cNvSpPr>
            <a:spLocks noGrp="1"/>
          </p:cNvSpPr>
          <p:nvPr>
            <p:ph type="body" idx="1"/>
          </p:nvPr>
        </p:nvSpPr>
        <p:spPr/>
        <p:txBody>
          <a:bodyPr/>
          <a:lstStyle/>
          <a:p>
            <a:r>
              <a:rPr lang="en-GB">
                <a:ea typeface="Calibri"/>
                <a:cs typeface="Calibri"/>
              </a:rPr>
              <a:t>There are a number of buffer size choices to be made, particularly in </a:t>
            </a:r>
          </a:p>
          <a:p>
            <a:endParaRPr lang="en-GB">
              <a:ea typeface="Calibri"/>
              <a:cs typeface="Calibri"/>
            </a:endParaRPr>
          </a:p>
          <a:p>
            <a:r>
              <a:rPr lang="en-GB">
                <a:solidFill>
                  <a:srgbClr val="000000"/>
                </a:solidFill>
              </a:rPr>
              <a:t>If all messages have a single destination, </a:t>
            </a:r>
            <a:r>
              <a:rPr lang="en-GB" err="1">
                <a:solidFill>
                  <a:srgbClr val="000000"/>
                </a:solidFill>
              </a:rPr>
              <a:t>Pdu</a:t>
            </a:r>
            <a:r>
              <a:rPr lang="en-GB">
                <a:solidFill>
                  <a:srgbClr val="000000"/>
                </a:solidFill>
              </a:rPr>
              <a:t> router only needs to support unicasting mode, the routing logic can be very simple </a:t>
            </a:r>
            <a:r>
              <a:rPr lang="en-GB" err="1">
                <a:solidFill>
                  <a:srgbClr val="000000"/>
                </a:solidFill>
              </a:rPr>
              <a:t>simple</a:t>
            </a:r>
            <a:r>
              <a:rPr lang="en-GB">
                <a:solidFill>
                  <a:srgbClr val="000000"/>
                </a:solidFill>
              </a:rPr>
              <a:t> and the memory required for routing tables is minimised - this results in both CPU and Flash size improvements.</a:t>
            </a:r>
            <a:endParaRPr lang="en-GB">
              <a:ea typeface="Calibri"/>
              <a:cs typeface="Calibri"/>
            </a:endParaRPr>
          </a:p>
          <a:p>
            <a:endParaRPr lang="en-GB">
              <a:solidFill>
                <a:srgbClr val="000000"/>
              </a:solidFill>
            </a:endParaRPr>
          </a:p>
          <a:p>
            <a:r>
              <a:rPr lang="en-GB">
                <a:solidFill>
                  <a:srgbClr val="000000"/>
                </a:solidFill>
              </a:rPr>
              <a:t>Avoid</a:t>
            </a:r>
          </a:p>
          <a:p>
            <a:endParaRPr lang="en-GB">
              <a:solidFill>
                <a:srgbClr val="000000"/>
              </a:solidFill>
            </a:endParaRPr>
          </a:p>
          <a:p>
            <a:r>
              <a:rPr lang="en-GB" i="1">
                <a:solidFill>
                  <a:srgbClr val="888600"/>
                </a:solidFill>
              </a:rPr>
              <a:t>GLIWA worked with one of the world biggest OEMs and combined two controllers into one by optimizing CPU load and memory, -&gt; in other words only by making better AUTOSAR design choices.</a:t>
            </a:r>
            <a:endParaRPr lang="en-GB"/>
          </a:p>
          <a:p>
            <a:endParaRPr lang="en-GB">
              <a:ea typeface="Calibri"/>
              <a:cs typeface="Calibri"/>
            </a:endParaRPr>
          </a:p>
        </p:txBody>
      </p:sp>
      <p:sp>
        <p:nvSpPr>
          <p:cNvPr id="4" name="Foliennummernplatzhalter 3">
            <a:extLst>
              <a:ext uri="{FF2B5EF4-FFF2-40B4-BE49-F238E27FC236}">
                <a16:creationId xmlns:a16="http://schemas.microsoft.com/office/drawing/2014/main" id="{1F18FF29-BC11-4E13-8CBB-5C9C6961DD6B}"/>
              </a:ext>
            </a:extLst>
          </p:cNvPr>
          <p:cNvSpPr>
            <a:spLocks noGrp="1"/>
          </p:cNvSpPr>
          <p:nvPr>
            <p:ph type="sldNum" sz="quarter" idx="5"/>
          </p:nvPr>
        </p:nvSpPr>
        <p:spPr/>
        <p:txBody>
          <a:bodyPr/>
          <a:lstStyle/>
          <a:p>
            <a:fld id="{8A41571E-2746-427A-9453-2A5312736AD3}" type="slidenum">
              <a:rPr lang="de-DE" smtClean="0"/>
              <a:t>20</a:t>
            </a:fld>
            <a:endParaRPr lang="de-DE"/>
          </a:p>
        </p:txBody>
      </p:sp>
    </p:spTree>
    <p:extLst>
      <p:ext uri="{BB962C8B-B14F-4D97-AF65-F5344CB8AC3E}">
        <p14:creationId xmlns:p14="http://schemas.microsoft.com/office/powerpoint/2010/main" val="42561906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F4EA0-6618-B36B-77DE-104B8E0079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F68FB1-F213-2A0D-1416-32DCB896A1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E9CF14-2208-7866-6BB5-F4BF6741B914}"/>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5" name="Footer Placeholder 4">
            <a:extLst>
              <a:ext uri="{FF2B5EF4-FFF2-40B4-BE49-F238E27FC236}">
                <a16:creationId xmlns:a16="http://schemas.microsoft.com/office/drawing/2014/main" id="{B96008DD-68CF-8527-6FEA-3964006F5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463A6-BF39-B861-B578-EAF867E93B88}"/>
              </a:ext>
            </a:extLst>
          </p:cNvPr>
          <p:cNvSpPr>
            <a:spLocks noGrp="1"/>
          </p:cNvSpPr>
          <p:nvPr>
            <p:ph type="sldNum" sz="quarter" idx="12"/>
          </p:nvPr>
        </p:nvSpPr>
        <p:spPr/>
        <p:txBody>
          <a:bodyPr/>
          <a:lstStyle/>
          <a:p>
            <a:fld id="{CF52B9C1-502B-0743-A000-5B48F70CA475}" type="slidenum">
              <a:rPr lang="en-US" smtClean="0"/>
              <a:t>‹#›</a:t>
            </a:fld>
            <a:endParaRPr lang="en-US"/>
          </a:p>
        </p:txBody>
      </p:sp>
      <p:cxnSp>
        <p:nvCxnSpPr>
          <p:cNvPr id="12" name="Straight Connector 11">
            <a:extLst>
              <a:ext uri="{FF2B5EF4-FFF2-40B4-BE49-F238E27FC236}">
                <a16:creationId xmlns:a16="http://schemas.microsoft.com/office/drawing/2014/main" id="{27D4B16B-A0E4-F4E2-0EAF-E5CF6FC22AB3}"/>
              </a:ext>
            </a:extLst>
          </p:cNvPr>
          <p:cNvCxnSpPr>
            <a:cxnSpLocks/>
          </p:cNvCxnSpPr>
          <p:nvPr userDrawn="1"/>
        </p:nvCxnSpPr>
        <p:spPr>
          <a:xfrm>
            <a:off x="266718" y="257715"/>
            <a:ext cx="0" cy="6251833"/>
          </a:xfrm>
          <a:prstGeom prst="line">
            <a:avLst/>
          </a:prstGeom>
          <a:ln w="76200">
            <a:solidFill>
              <a:srgbClr val="E5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F8FC6FA-2D61-86E9-9364-BC141E0B252F}"/>
              </a:ext>
            </a:extLst>
          </p:cNvPr>
          <p:cNvCxnSpPr>
            <a:cxnSpLocks/>
          </p:cNvCxnSpPr>
          <p:nvPr userDrawn="1"/>
        </p:nvCxnSpPr>
        <p:spPr>
          <a:xfrm>
            <a:off x="221731" y="287079"/>
            <a:ext cx="11612880" cy="0"/>
          </a:xfrm>
          <a:prstGeom prst="line">
            <a:avLst/>
          </a:prstGeom>
          <a:ln w="85725">
            <a:solidFill>
              <a:srgbClr val="123E8B"/>
            </a:solidFill>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F2FBB1A7-DD8F-E2C6-51E3-1472F690CC2D}"/>
              </a:ext>
            </a:extLst>
          </p:cNvPr>
          <p:cNvPicPr>
            <a:picLocks noChangeAspect="1"/>
          </p:cNvPicPr>
          <p:nvPr userDrawn="1"/>
        </p:nvPicPr>
        <p:blipFill>
          <a:blip r:embed="rId2"/>
          <a:stretch>
            <a:fillRect/>
          </a:stretch>
        </p:blipFill>
        <p:spPr>
          <a:xfrm>
            <a:off x="6835808" y="5986901"/>
            <a:ext cx="5194985" cy="734574"/>
          </a:xfrm>
          <a:prstGeom prst="rect">
            <a:avLst/>
          </a:prstGeom>
        </p:spPr>
      </p:pic>
      <p:cxnSp>
        <p:nvCxnSpPr>
          <p:cNvPr id="16" name="Straight Connector 15">
            <a:extLst>
              <a:ext uri="{FF2B5EF4-FFF2-40B4-BE49-F238E27FC236}">
                <a16:creationId xmlns:a16="http://schemas.microsoft.com/office/drawing/2014/main" id="{68840559-0D75-F69A-EBE7-09FD026073F3}"/>
              </a:ext>
            </a:extLst>
          </p:cNvPr>
          <p:cNvCxnSpPr>
            <a:cxnSpLocks/>
          </p:cNvCxnSpPr>
          <p:nvPr userDrawn="1"/>
        </p:nvCxnSpPr>
        <p:spPr>
          <a:xfrm>
            <a:off x="410240" y="410115"/>
            <a:ext cx="0" cy="6251833"/>
          </a:xfrm>
          <a:prstGeom prst="line">
            <a:avLst/>
          </a:prstGeom>
          <a:ln w="76200">
            <a:solidFill>
              <a:srgbClr val="E5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1D9A8AC-3D49-28DF-F713-0E70CA4468C8}"/>
              </a:ext>
            </a:extLst>
          </p:cNvPr>
          <p:cNvCxnSpPr>
            <a:cxnSpLocks/>
          </p:cNvCxnSpPr>
          <p:nvPr userDrawn="1"/>
        </p:nvCxnSpPr>
        <p:spPr>
          <a:xfrm>
            <a:off x="374131" y="439479"/>
            <a:ext cx="11612880" cy="0"/>
          </a:xfrm>
          <a:prstGeom prst="line">
            <a:avLst/>
          </a:prstGeom>
          <a:ln w="85725">
            <a:solidFill>
              <a:srgbClr val="123E8B"/>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9309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5206-9CAD-B8A2-E3D7-972B7DB03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A2C155-C8F7-4765-966A-EA543B7F8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5037E1-5F5B-1CBE-FAED-BF49B7C6F924}"/>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5" name="Footer Placeholder 4">
            <a:extLst>
              <a:ext uri="{FF2B5EF4-FFF2-40B4-BE49-F238E27FC236}">
                <a16:creationId xmlns:a16="http://schemas.microsoft.com/office/drawing/2014/main" id="{8AA90857-54DB-24D7-D2D8-1310D374F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103D51-2D46-7FD2-A887-D59B87CA573F}"/>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2798000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F538E-92C9-80A6-D283-D1A5A2ECAA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4AC2B2-7312-2C93-14E8-2B1826FF97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BB05AF-9137-9DC4-DFC2-EF3C81D8BA1E}"/>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5" name="Footer Placeholder 4">
            <a:extLst>
              <a:ext uri="{FF2B5EF4-FFF2-40B4-BE49-F238E27FC236}">
                <a16:creationId xmlns:a16="http://schemas.microsoft.com/office/drawing/2014/main" id="{5B27DE39-1393-8148-2774-271A2B7D0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DDDE3-EB2F-6C79-BB48-91934F9830AC}"/>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208508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C70A7-E9F4-A3E1-5F26-23D5DED407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8BEA2E-F489-D910-0AA6-7C2454CA4F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8DE5F8-03E3-BCB0-73CA-AC8F5FFA2D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0F1F5E-82C2-E14A-A122-E11F938A51B2}"/>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6" name="Footer Placeholder 5">
            <a:extLst>
              <a:ext uri="{FF2B5EF4-FFF2-40B4-BE49-F238E27FC236}">
                <a16:creationId xmlns:a16="http://schemas.microsoft.com/office/drawing/2014/main" id="{475DEFB3-A8FC-7E5C-75E7-A83D1F1E6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D12F59-03AB-5577-92F4-13C2AD2F78DA}"/>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1333900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787A1-5B12-C49A-89B9-262CF3DD06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DB642E-7EEA-C2B9-FE90-1451F3A4D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520108-1672-A840-7F9D-6079017818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52DAFD-9979-D3C3-7B5B-29A8B3E6E0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37C38C-1936-FD8D-32D0-2AE5E08C21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EAFC3F-AFC4-F58F-0065-C342F4DA8715}"/>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8" name="Footer Placeholder 7">
            <a:extLst>
              <a:ext uri="{FF2B5EF4-FFF2-40B4-BE49-F238E27FC236}">
                <a16:creationId xmlns:a16="http://schemas.microsoft.com/office/drawing/2014/main" id="{3736FEDF-FC9B-BD9B-4D74-D6FC3FAFFC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2614EA-D2A8-4EF3-5097-79A8F6A4BB3F}"/>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2503089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D9B32-FB8F-EE10-0BE0-2E3DACB3EB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B0F743-49BF-B502-6C4B-3C61474B4B53}"/>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4" name="Footer Placeholder 3">
            <a:extLst>
              <a:ext uri="{FF2B5EF4-FFF2-40B4-BE49-F238E27FC236}">
                <a16:creationId xmlns:a16="http://schemas.microsoft.com/office/drawing/2014/main" id="{B9A70CFA-1A46-AC28-A971-223795DF3D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D4F5E9-D47D-D5F0-5850-A4179CA3E12F}"/>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2720136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9172EF-7922-E06E-4F82-746A23769375}"/>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3" name="Footer Placeholder 2">
            <a:extLst>
              <a:ext uri="{FF2B5EF4-FFF2-40B4-BE49-F238E27FC236}">
                <a16:creationId xmlns:a16="http://schemas.microsoft.com/office/drawing/2014/main" id="{945DBD3A-1631-C896-3662-3E440F70B0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D53012-5208-B350-6153-B0CD31FDF862}"/>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2069264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8BA01-1C5F-2343-4CB6-31C90D6F4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2A5511-C307-DFF7-A3CC-1D6B056247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4FB314-B3F9-A91D-1696-6A96B9BD77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CE727A-EE8A-9EAA-EA41-D5EEC2E7B055}"/>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6" name="Footer Placeholder 5">
            <a:extLst>
              <a:ext uri="{FF2B5EF4-FFF2-40B4-BE49-F238E27FC236}">
                <a16:creationId xmlns:a16="http://schemas.microsoft.com/office/drawing/2014/main" id="{DFCEB437-0056-9AA6-012A-555ACB95A9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94C8DA-7530-1C08-EF47-58278D15C02D}"/>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50012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2E14-B4DC-9F58-787E-8E5AFB1F22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4AEA9-97B5-6BA1-C9FB-73F446D5E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F548A7-5589-8FC1-7842-85685CFA3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5BAA5-F432-7E79-4D2F-1EEC51057B84}"/>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6" name="Footer Placeholder 5">
            <a:extLst>
              <a:ext uri="{FF2B5EF4-FFF2-40B4-BE49-F238E27FC236}">
                <a16:creationId xmlns:a16="http://schemas.microsoft.com/office/drawing/2014/main" id="{51C85006-3342-3798-D352-80DD56E62F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35E00-7E8E-FE68-6592-65CD4791BD46}"/>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1901392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8362-44F6-AB27-7D78-DB5E16E56D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EDADEC-94FF-0CC8-937F-B6CA971289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5694C5-7629-CFA2-3169-A842896FA10B}"/>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5" name="Footer Placeholder 4">
            <a:extLst>
              <a:ext uri="{FF2B5EF4-FFF2-40B4-BE49-F238E27FC236}">
                <a16:creationId xmlns:a16="http://schemas.microsoft.com/office/drawing/2014/main" id="{4F7BDFF9-AB7A-5FBF-01B7-AFE7C50C84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CA280F-C55D-E341-F234-ABA494B09A71}"/>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122203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0028EC-8660-F558-04F5-C67BC671F6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D66E4E-6635-0944-CB1E-1D9EA8690E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85DA3-6E4C-864E-D589-C4D855949EF2}"/>
              </a:ext>
            </a:extLst>
          </p:cNvPr>
          <p:cNvSpPr>
            <a:spLocks noGrp="1"/>
          </p:cNvSpPr>
          <p:nvPr>
            <p:ph type="dt" sz="half" idx="10"/>
          </p:nvPr>
        </p:nvSpPr>
        <p:spPr/>
        <p:txBody>
          <a:bodyPr/>
          <a:lstStyle/>
          <a:p>
            <a:fld id="{140EA77E-49AE-F64D-8633-457B51AC0A81}" type="datetimeFigureOut">
              <a:rPr lang="en-US" smtClean="0"/>
              <a:t>9/10/2026</a:t>
            </a:fld>
            <a:endParaRPr lang="en-US"/>
          </a:p>
        </p:txBody>
      </p:sp>
      <p:sp>
        <p:nvSpPr>
          <p:cNvPr id="5" name="Footer Placeholder 4">
            <a:extLst>
              <a:ext uri="{FF2B5EF4-FFF2-40B4-BE49-F238E27FC236}">
                <a16:creationId xmlns:a16="http://schemas.microsoft.com/office/drawing/2014/main" id="{A54E47BD-4B9F-A450-657F-1EDD33260E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336FA-ECB0-B325-ED88-25BA2A4F27A0}"/>
              </a:ext>
            </a:extLst>
          </p:cNvPr>
          <p:cNvSpPr>
            <a:spLocks noGrp="1"/>
          </p:cNvSpPr>
          <p:nvPr>
            <p:ph type="sldNum" sz="quarter" idx="12"/>
          </p:nvPr>
        </p:nvSpPr>
        <p:spPr/>
        <p:txBody>
          <a:bodyPr/>
          <a:lstStyle/>
          <a:p>
            <a:fld id="{CF52B9C1-502B-0743-A000-5B48F70CA475}" type="slidenum">
              <a:rPr lang="en-US" smtClean="0"/>
              <a:t>‹#›</a:t>
            </a:fld>
            <a:endParaRPr lang="en-US"/>
          </a:p>
        </p:txBody>
      </p:sp>
    </p:spTree>
    <p:extLst>
      <p:ext uri="{BB962C8B-B14F-4D97-AF65-F5344CB8AC3E}">
        <p14:creationId xmlns:p14="http://schemas.microsoft.com/office/powerpoint/2010/main" val="2715607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1 column ">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E12E50C1-A75F-44C6-BB69-C486BA716268}"/>
              </a:ext>
            </a:extLst>
          </p:cNvPr>
          <p:cNvSpPr>
            <a:spLocks noGrp="1"/>
          </p:cNvSpPr>
          <p:nvPr>
            <p:ph sz="quarter" idx="1" hasCustomPrompt="1"/>
          </p:nvPr>
        </p:nvSpPr>
        <p:spPr>
          <a:xfrm>
            <a:off x="304089" y="1428366"/>
            <a:ext cx="11589612" cy="4649195"/>
          </a:xfrm>
        </p:spPr>
        <p:txBody>
          <a:bodyPr/>
          <a:lstStyle>
            <a:lvl1pPr>
              <a:defRPr/>
            </a:lvl1pPr>
          </a:lstStyle>
          <a:p>
            <a:pPr lvl="0"/>
            <a:r>
              <a:rPr lang="en-US" noProof="1"/>
              <a:t>Level 1</a:t>
            </a:r>
          </a:p>
          <a:p>
            <a:pPr lvl="1"/>
            <a:r>
              <a:rPr lang="en-US" noProof="1"/>
              <a:t>Level 2</a:t>
            </a:r>
          </a:p>
          <a:p>
            <a:pPr lvl="2"/>
            <a:r>
              <a:rPr lang="en-US" noProof="1"/>
              <a:t>Level 3</a:t>
            </a:r>
          </a:p>
          <a:p>
            <a:pPr lvl="3"/>
            <a:r>
              <a:rPr lang="en-US" noProof="1"/>
              <a:t>Level 4</a:t>
            </a:r>
          </a:p>
          <a:p>
            <a:pPr lvl="4"/>
            <a:r>
              <a:rPr lang="en-US" noProof="1"/>
              <a:t>Level 5</a:t>
            </a:r>
          </a:p>
        </p:txBody>
      </p:sp>
      <p:sp>
        <p:nvSpPr>
          <p:cNvPr id="4" name="Title 1">
            <a:extLst>
              <a:ext uri="{FF2B5EF4-FFF2-40B4-BE49-F238E27FC236}">
                <a16:creationId xmlns:a16="http://schemas.microsoft.com/office/drawing/2014/main" id="{468F0D1D-E672-4397-A73E-75BD9784260F}"/>
              </a:ext>
            </a:extLst>
          </p:cNvPr>
          <p:cNvSpPr>
            <a:spLocks noGrp="1"/>
          </p:cNvSpPr>
          <p:nvPr>
            <p:ph type="title" hasCustomPrompt="1"/>
          </p:nvPr>
        </p:nvSpPr>
        <p:spPr/>
        <p:txBody>
          <a:bodyPr/>
          <a:lstStyle>
            <a:lvl1pPr>
              <a:defRPr/>
            </a:lvl1pPr>
          </a:lstStyle>
          <a:p>
            <a:r>
              <a:rPr lang="en-US" noProof="1"/>
              <a:t>Subline (optional)</a:t>
            </a:r>
          </a:p>
        </p:txBody>
      </p:sp>
      <p:sp>
        <p:nvSpPr>
          <p:cNvPr id="8" name="Chapter_titleonly">
            <a:extLst>
              <a:ext uri="{FF2B5EF4-FFF2-40B4-BE49-F238E27FC236}">
                <a16:creationId xmlns:a16="http://schemas.microsoft.com/office/drawing/2014/main" id="{E0989A26-A906-43E2-930C-7E873ABF4EF4}"/>
              </a:ext>
            </a:extLst>
          </p:cNvPr>
          <p:cNvSpPr>
            <a:spLocks noGrp="1"/>
          </p:cNvSpPr>
          <p:nvPr>
            <p:ph type="body" sz="quarter" idx="15" hasCustomPrompt="1"/>
          </p:nvPr>
        </p:nvSpPr>
        <p:spPr>
          <a:xfrm>
            <a:off x="268189" y="227602"/>
            <a:ext cx="10174944" cy="400679"/>
          </a:xfrm>
          <a:prstGeom prst="rect">
            <a:avLst/>
          </a:prstGeom>
        </p:spPr>
        <p:txBody>
          <a:bodyPr lIns="0" tIns="0" rIns="0" bIns="0">
            <a:noAutofit/>
          </a:bodyPr>
          <a:lstStyle>
            <a:lvl1pPr marL="0" indent="0">
              <a:lnSpc>
                <a:spcPct val="100000"/>
              </a:lnSpc>
              <a:buFontTx/>
              <a:buNone/>
              <a:defRPr sz="3112">
                <a:solidFill>
                  <a:schemeClr val="tx2"/>
                </a:solidFill>
              </a:defRPr>
            </a:lvl1pPr>
          </a:lstStyle>
          <a:p>
            <a:pPr lvl="0"/>
            <a:r>
              <a:rPr lang="en-US" noProof="1"/>
              <a:t>Headline</a:t>
            </a:r>
          </a:p>
        </p:txBody>
      </p:sp>
    </p:spTree>
    <p:extLst>
      <p:ext uri="{BB962C8B-B14F-4D97-AF65-F5344CB8AC3E}">
        <p14:creationId xmlns:p14="http://schemas.microsoft.com/office/powerpoint/2010/main" val="935148345"/>
      </p:ext>
    </p:extLst>
  </p:cSld>
  <p:clrMapOvr>
    <a:masterClrMapping/>
  </p:clrMapOvr>
  <p:extLst>
    <p:ext uri="{DCECCB84-F9BA-43D5-87BE-67443E8EF086}">
      <p15:sldGuideLst xmlns:p15="http://schemas.microsoft.com/office/powerpoint/2012/main">
        <p15:guide id="1" pos="187" userDrawn="1">
          <p15:clr>
            <a:srgbClr val="FBAE40"/>
          </p15:clr>
        </p15:guide>
        <p15:guide id="2" pos="7489" userDrawn="1">
          <p15:clr>
            <a:srgbClr val="FBAE40"/>
          </p15:clr>
        </p15:guide>
        <p15:guide id="3" orient="horz" pos="3833" userDrawn="1">
          <p15:clr>
            <a:srgbClr val="FBAE40"/>
          </p15:clr>
        </p15:guide>
        <p15:guide id="4" orient="horz" pos="140" userDrawn="1">
          <p15:clr>
            <a:srgbClr val="FBAE40"/>
          </p15:clr>
        </p15:guide>
        <p15:guide id="5" orient="horz" pos="745" userDrawn="1">
          <p15:clr>
            <a:srgbClr val="FBAE40"/>
          </p15:clr>
        </p15:guide>
        <p15:guide id="6" orient="horz" pos="890" userDrawn="1">
          <p15:clr>
            <a:srgbClr val="FBAE40"/>
          </p15:clr>
        </p15:guide>
        <p15:guide id="7" pos="3804" userDrawn="1">
          <p15:clr>
            <a:srgbClr val="FBAE40"/>
          </p15:clr>
        </p15:guide>
        <p15:guide id="8" pos="3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Only title (no footer) ">
    <p:spTree>
      <p:nvGrpSpPr>
        <p:cNvPr id="1" name=""/>
        <p:cNvGrpSpPr/>
        <p:nvPr/>
      </p:nvGrpSpPr>
      <p:grpSpPr>
        <a:xfrm>
          <a:off x="0" y="0"/>
          <a:ext cx="0" cy="0"/>
          <a:chOff x="0" y="0"/>
          <a:chExt cx="0" cy="0"/>
        </a:xfrm>
      </p:grpSpPr>
      <p:sp>
        <p:nvSpPr>
          <p:cNvPr id="2" name="ETAS logo background">
            <a:extLst>
              <a:ext uri="{FF2B5EF4-FFF2-40B4-BE49-F238E27FC236}">
                <a16:creationId xmlns:a16="http://schemas.microsoft.com/office/drawing/2014/main" id="{85577B2C-BD5C-935B-ED1F-B049F21D1736}"/>
              </a:ext>
            </a:extLst>
          </p:cNvPr>
          <p:cNvSpPr>
            <a:spLocks noSelect="1"/>
          </p:cNvSpPr>
          <p:nvPr userDrawn="1"/>
        </p:nvSpPr>
        <p:spPr>
          <a:xfrm>
            <a:off x="11103213" y="306996"/>
            <a:ext cx="1088787" cy="320009"/>
          </a:xfrm>
          <a:custGeom>
            <a:avLst/>
            <a:gdLst>
              <a:gd name="connsiteX0" fmla="*/ 143967 w 979625"/>
              <a:gd name="connsiteY0" fmla="*/ 0 h 287934"/>
              <a:gd name="connsiteX1" fmla="*/ 979625 w 979625"/>
              <a:gd name="connsiteY1" fmla="*/ 0 h 287934"/>
              <a:gd name="connsiteX2" fmla="*/ 979625 w 979625"/>
              <a:gd name="connsiteY2" fmla="*/ 287934 h 287934"/>
              <a:gd name="connsiteX3" fmla="*/ 143967 w 979625"/>
              <a:gd name="connsiteY3" fmla="*/ 287934 h 287934"/>
              <a:gd name="connsiteX4" fmla="*/ 0 w 979625"/>
              <a:gd name="connsiteY4" fmla="*/ 143967 h 287934"/>
              <a:gd name="connsiteX5" fmla="*/ 143967 w 979625"/>
              <a:gd name="connsiteY5" fmla="*/ 0 h 28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9625" h="287934">
                <a:moveTo>
                  <a:pt x="143967" y="0"/>
                </a:moveTo>
                <a:lnTo>
                  <a:pt x="979625" y="0"/>
                </a:lnTo>
                <a:lnTo>
                  <a:pt x="979625" y="287934"/>
                </a:lnTo>
                <a:lnTo>
                  <a:pt x="143967" y="287934"/>
                </a:lnTo>
                <a:cubicBezTo>
                  <a:pt x="64456" y="287934"/>
                  <a:pt x="0" y="223478"/>
                  <a:pt x="0" y="143967"/>
                </a:cubicBezTo>
                <a:cubicBezTo>
                  <a:pt x="0" y="64456"/>
                  <a:pt x="64456" y="0"/>
                  <a:pt x="143967" y="0"/>
                </a:cubicBezTo>
                <a:close/>
              </a:path>
            </a:pathLst>
          </a:custGeom>
          <a:gradFill>
            <a:gsLst>
              <a:gs pos="100000">
                <a:srgbClr val="89037A"/>
              </a:gs>
              <a:gs pos="10000">
                <a:srgbClr val="164293"/>
              </a:gs>
            </a:gsLst>
            <a:lin ang="0" scaled="1"/>
          </a:gradFill>
          <a:ln w="12700" cap="flat" cmpd="sng" algn="ctr">
            <a:noFill/>
            <a:prstDash val="solid"/>
            <a:miter lim="800000"/>
          </a:ln>
          <a:effectLst/>
        </p:spPr>
        <p:txBody>
          <a:bodyPr wrap="square" rtlCol="0" anchor="ctr">
            <a:noAutofit/>
          </a:bodyPr>
          <a:lstStyle/>
          <a:p>
            <a:pPr marL="0" marR="0" lvl="0" indent="0" algn="ctr" defTabSz="1016264" eaLnBrk="1" fontAlgn="auto" latinLnBrk="0" hangingPunct="1">
              <a:lnSpc>
                <a:spcPct val="100000"/>
              </a:lnSpc>
              <a:spcBef>
                <a:spcPts val="0"/>
              </a:spcBef>
              <a:spcAft>
                <a:spcPts val="0"/>
              </a:spcAft>
              <a:buClrTx/>
              <a:buSzTx/>
              <a:buFontTx/>
              <a:buNone/>
              <a:tabLst/>
              <a:defRPr/>
            </a:pPr>
            <a:endParaRPr kumimoji="0" lang="de-DE" sz="2001" b="0" i="0" u="none" strike="noStrike" kern="0" cap="none" spc="0" normalizeH="0" baseline="0" noProof="0">
              <a:ln>
                <a:noFill/>
              </a:ln>
              <a:solidFill>
                <a:srgbClr val="FFFFFF"/>
              </a:solidFill>
              <a:effectLst/>
              <a:uLnTx/>
              <a:uFillTx/>
              <a:latin typeface="Arial"/>
              <a:ea typeface="+mn-ea"/>
              <a:cs typeface="+mn-cs"/>
            </a:endParaRPr>
          </a:p>
        </p:txBody>
      </p:sp>
      <p:sp>
        <p:nvSpPr>
          <p:cNvPr id="4" name="ETAS logo">
            <a:extLst>
              <a:ext uri="{FF2B5EF4-FFF2-40B4-BE49-F238E27FC236}">
                <a16:creationId xmlns:a16="http://schemas.microsoft.com/office/drawing/2014/main" id="{4770D6E5-CD39-7979-464E-9743A79DF385}"/>
              </a:ext>
            </a:extLst>
          </p:cNvPr>
          <p:cNvSpPr>
            <a:spLocks noSelect="1"/>
          </p:cNvSpPr>
          <p:nvPr userDrawn="1"/>
        </p:nvSpPr>
        <p:spPr>
          <a:xfrm>
            <a:off x="11243254" y="385979"/>
            <a:ext cx="646364" cy="164047"/>
          </a:xfrm>
          <a:custGeom>
            <a:avLst/>
            <a:gdLst>
              <a:gd name="connsiteX0" fmla="*/ 472507 w 581559"/>
              <a:gd name="connsiteY0" fmla="*/ 46506 h 147604"/>
              <a:gd name="connsiteX1" fmla="*/ 486392 w 581559"/>
              <a:gd name="connsiteY1" fmla="*/ 32519 h 147604"/>
              <a:gd name="connsiteX2" fmla="*/ 550624 w 581559"/>
              <a:gd name="connsiteY2" fmla="*/ 32519 h 147604"/>
              <a:gd name="connsiteX3" fmla="*/ 566777 w 581559"/>
              <a:gd name="connsiteY3" fmla="*/ 17736 h 147604"/>
              <a:gd name="connsiteX4" fmla="*/ 550624 w 581559"/>
              <a:gd name="connsiteY4" fmla="*/ 2954 h 147604"/>
              <a:gd name="connsiteX5" fmla="*/ 487676 w 581559"/>
              <a:gd name="connsiteY5" fmla="*/ 2952 h 147604"/>
              <a:gd name="connsiteX6" fmla="*/ 442939 w 581559"/>
              <a:gd name="connsiteY6" fmla="*/ 46506 h 147604"/>
              <a:gd name="connsiteX7" fmla="*/ 487676 w 581559"/>
              <a:gd name="connsiteY7" fmla="*/ 90060 h 147604"/>
              <a:gd name="connsiteX8" fmla="*/ 538106 w 581559"/>
              <a:gd name="connsiteY8" fmla="*/ 90060 h 147604"/>
              <a:gd name="connsiteX9" fmla="*/ 551994 w 581559"/>
              <a:gd name="connsiteY9" fmla="*/ 104047 h 147604"/>
              <a:gd name="connsiteX10" fmla="*/ 538106 w 581559"/>
              <a:gd name="connsiteY10" fmla="*/ 118034 h 147604"/>
              <a:gd name="connsiteX11" fmla="*/ 473876 w 581559"/>
              <a:gd name="connsiteY11" fmla="*/ 118039 h 147604"/>
              <a:gd name="connsiteX12" fmla="*/ 457722 w 581559"/>
              <a:gd name="connsiteY12" fmla="*/ 132821 h 147604"/>
              <a:gd name="connsiteX13" fmla="*/ 473876 w 581559"/>
              <a:gd name="connsiteY13" fmla="*/ 147604 h 147604"/>
              <a:gd name="connsiteX14" fmla="*/ 536825 w 581559"/>
              <a:gd name="connsiteY14" fmla="*/ 147601 h 147604"/>
              <a:gd name="connsiteX15" fmla="*/ 581560 w 581559"/>
              <a:gd name="connsiteY15" fmla="*/ 104047 h 147604"/>
              <a:gd name="connsiteX16" fmla="*/ 536825 w 581559"/>
              <a:gd name="connsiteY16" fmla="*/ 60493 h 147604"/>
              <a:gd name="connsiteX17" fmla="*/ 486392 w 581559"/>
              <a:gd name="connsiteY17" fmla="*/ 60493 h 147604"/>
              <a:gd name="connsiteX18" fmla="*/ 472507 w 581559"/>
              <a:gd name="connsiteY18" fmla="*/ 46506 h 147604"/>
              <a:gd name="connsiteX19" fmla="*/ 472507 w 581559"/>
              <a:gd name="connsiteY19" fmla="*/ 46506 h 147604"/>
              <a:gd name="connsiteX20" fmla="*/ 440512 w 581559"/>
              <a:gd name="connsiteY20" fmla="*/ 124204 h 147604"/>
              <a:gd name="connsiteX21" fmla="*/ 375437 w 581559"/>
              <a:gd name="connsiteY21" fmla="*/ 11489 h 147604"/>
              <a:gd name="connsiteX22" fmla="*/ 369116 w 581559"/>
              <a:gd name="connsiteY22" fmla="*/ 4900 h 147604"/>
              <a:gd name="connsiteX23" fmla="*/ 369108 w 581559"/>
              <a:gd name="connsiteY23" fmla="*/ 4890 h 147604"/>
              <a:gd name="connsiteX24" fmla="*/ 369040 w 581559"/>
              <a:gd name="connsiteY24" fmla="*/ 4855 h 147604"/>
              <a:gd name="connsiteX25" fmla="*/ 363613 w 581559"/>
              <a:gd name="connsiteY25" fmla="*/ 2996 h 147604"/>
              <a:gd name="connsiteX26" fmla="*/ 363511 w 581559"/>
              <a:gd name="connsiteY26" fmla="*/ 2983 h 147604"/>
              <a:gd name="connsiteX27" fmla="*/ 362422 w 581559"/>
              <a:gd name="connsiteY27" fmla="*/ 2898 h 147604"/>
              <a:gd name="connsiteX28" fmla="*/ 361833 w 581559"/>
              <a:gd name="connsiteY28" fmla="*/ 2883 h 147604"/>
              <a:gd name="connsiteX29" fmla="*/ 361244 w 581559"/>
              <a:gd name="connsiteY29" fmla="*/ 2898 h 147604"/>
              <a:gd name="connsiteX30" fmla="*/ 360155 w 581559"/>
              <a:gd name="connsiteY30" fmla="*/ 2983 h 147604"/>
              <a:gd name="connsiteX31" fmla="*/ 360053 w 581559"/>
              <a:gd name="connsiteY31" fmla="*/ 2996 h 147604"/>
              <a:gd name="connsiteX32" fmla="*/ 354626 w 581559"/>
              <a:gd name="connsiteY32" fmla="*/ 4855 h 147604"/>
              <a:gd name="connsiteX33" fmla="*/ 354558 w 581559"/>
              <a:gd name="connsiteY33" fmla="*/ 4890 h 147604"/>
              <a:gd name="connsiteX34" fmla="*/ 354550 w 581559"/>
              <a:gd name="connsiteY34" fmla="*/ 4900 h 147604"/>
              <a:gd name="connsiteX35" fmla="*/ 348229 w 581559"/>
              <a:gd name="connsiteY35" fmla="*/ 11489 h 147604"/>
              <a:gd name="connsiteX36" fmla="*/ 283154 w 581559"/>
              <a:gd name="connsiteY36" fmla="*/ 124204 h 147604"/>
              <a:gd name="connsiteX37" fmla="*/ 287879 w 581559"/>
              <a:gd name="connsiteY37" fmla="*/ 145585 h 147604"/>
              <a:gd name="connsiteX38" fmla="*/ 308758 w 581559"/>
              <a:gd name="connsiteY38" fmla="*/ 138986 h 147604"/>
              <a:gd name="connsiteX39" fmla="*/ 361833 w 581559"/>
              <a:gd name="connsiteY39" fmla="*/ 47057 h 147604"/>
              <a:gd name="connsiteX40" fmla="*/ 414908 w 581559"/>
              <a:gd name="connsiteY40" fmla="*/ 138986 h 147604"/>
              <a:gd name="connsiteX41" fmla="*/ 435787 w 581559"/>
              <a:gd name="connsiteY41" fmla="*/ 145585 h 147604"/>
              <a:gd name="connsiteX42" fmla="*/ 440512 w 581559"/>
              <a:gd name="connsiteY42" fmla="*/ 124204 h 147604"/>
              <a:gd name="connsiteX43" fmla="*/ 440512 w 581559"/>
              <a:gd name="connsiteY43" fmla="*/ 124204 h 147604"/>
              <a:gd name="connsiteX44" fmla="*/ 305728 w 581559"/>
              <a:gd name="connsiteY44" fmla="*/ 17737 h 147604"/>
              <a:gd name="connsiteX45" fmla="*/ 289574 w 581559"/>
              <a:gd name="connsiteY45" fmla="*/ 2954 h 147604"/>
              <a:gd name="connsiteX46" fmla="*/ 163756 w 581559"/>
              <a:gd name="connsiteY46" fmla="*/ 2954 h 147604"/>
              <a:gd name="connsiteX47" fmla="*/ 147602 w 581559"/>
              <a:gd name="connsiteY47" fmla="*/ 17737 h 147604"/>
              <a:gd name="connsiteX48" fmla="*/ 163756 w 581559"/>
              <a:gd name="connsiteY48" fmla="*/ 32520 h 147604"/>
              <a:gd name="connsiteX49" fmla="*/ 211890 w 581559"/>
              <a:gd name="connsiteY49" fmla="*/ 32520 h 147604"/>
              <a:gd name="connsiteX50" fmla="*/ 211891 w 581559"/>
              <a:gd name="connsiteY50" fmla="*/ 131450 h 147604"/>
              <a:gd name="connsiteX51" fmla="*/ 226673 w 581559"/>
              <a:gd name="connsiteY51" fmla="*/ 147604 h 147604"/>
              <a:gd name="connsiteX52" fmla="*/ 241456 w 581559"/>
              <a:gd name="connsiteY52" fmla="*/ 131450 h 147604"/>
              <a:gd name="connsiteX53" fmla="*/ 241457 w 581559"/>
              <a:gd name="connsiteY53" fmla="*/ 32520 h 147604"/>
              <a:gd name="connsiteX54" fmla="*/ 289574 w 581559"/>
              <a:gd name="connsiteY54" fmla="*/ 32520 h 147604"/>
              <a:gd name="connsiteX55" fmla="*/ 305728 w 581559"/>
              <a:gd name="connsiteY55" fmla="*/ 17737 h 147604"/>
              <a:gd name="connsiteX56" fmla="*/ 305728 w 581559"/>
              <a:gd name="connsiteY56" fmla="*/ 17737 h 147604"/>
              <a:gd name="connsiteX57" fmla="*/ 147603 w 581559"/>
              <a:gd name="connsiteY57" fmla="*/ 73802 h 147604"/>
              <a:gd name="connsiteX58" fmla="*/ 73800 w 581559"/>
              <a:gd name="connsiteY58" fmla="*/ 0 h 147604"/>
              <a:gd name="connsiteX59" fmla="*/ 0 w 581559"/>
              <a:gd name="connsiteY59" fmla="*/ 73802 h 147604"/>
              <a:gd name="connsiteX60" fmla="*/ 80218 w 581559"/>
              <a:gd name="connsiteY60" fmla="*/ 147604 h 147604"/>
              <a:gd name="connsiteX61" fmla="*/ 106710 w 581559"/>
              <a:gd name="connsiteY61" fmla="*/ 147604 h 147604"/>
              <a:gd name="connsiteX62" fmla="*/ 125431 w 581559"/>
              <a:gd name="connsiteY62" fmla="*/ 132821 h 147604"/>
              <a:gd name="connsiteX63" fmla="*/ 109278 w 581559"/>
              <a:gd name="connsiteY63" fmla="*/ 118039 h 147604"/>
              <a:gd name="connsiteX64" fmla="*/ 80218 w 581559"/>
              <a:gd name="connsiteY64" fmla="*/ 118038 h 147604"/>
              <a:gd name="connsiteX65" fmla="*/ 32354 w 581559"/>
              <a:gd name="connsiteY65" fmla="*/ 90062 h 147604"/>
              <a:gd name="connsiteX66" fmla="*/ 132820 w 581559"/>
              <a:gd name="connsiteY66" fmla="*/ 90062 h 147604"/>
              <a:gd name="connsiteX67" fmla="*/ 147603 w 581559"/>
              <a:gd name="connsiteY67" fmla="*/ 75278 h 147604"/>
              <a:gd name="connsiteX68" fmla="*/ 147603 w 581559"/>
              <a:gd name="connsiteY68" fmla="*/ 73802 h 147604"/>
              <a:gd name="connsiteX69" fmla="*/ 147603 w 581559"/>
              <a:gd name="connsiteY69" fmla="*/ 73802 h 147604"/>
              <a:gd name="connsiteX70" fmla="*/ 115990 w 581559"/>
              <a:gd name="connsiteY70" fmla="*/ 60494 h 147604"/>
              <a:gd name="connsiteX71" fmla="*/ 31612 w 581559"/>
              <a:gd name="connsiteY71" fmla="*/ 60494 h 147604"/>
              <a:gd name="connsiteX72" fmla="*/ 73800 w 581559"/>
              <a:gd name="connsiteY72" fmla="*/ 29568 h 147604"/>
              <a:gd name="connsiteX73" fmla="*/ 115990 w 581559"/>
              <a:gd name="connsiteY73" fmla="*/ 60494 h 147604"/>
              <a:gd name="connsiteX74" fmla="*/ 115990 w 581559"/>
              <a:gd name="connsiteY74" fmla="*/ 60494 h 14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1559" h="147604">
                <a:moveTo>
                  <a:pt x="472507" y="46506"/>
                </a:moveTo>
                <a:cubicBezTo>
                  <a:pt x="472507" y="38794"/>
                  <a:pt x="478736" y="32519"/>
                  <a:pt x="486392" y="32519"/>
                </a:cubicBezTo>
                <a:lnTo>
                  <a:pt x="550624" y="32519"/>
                </a:lnTo>
                <a:cubicBezTo>
                  <a:pt x="560575" y="32519"/>
                  <a:pt x="566777" y="25901"/>
                  <a:pt x="566777" y="17736"/>
                </a:cubicBezTo>
                <a:cubicBezTo>
                  <a:pt x="566777" y="9572"/>
                  <a:pt x="560575" y="2954"/>
                  <a:pt x="550624" y="2954"/>
                </a:cubicBezTo>
                <a:lnTo>
                  <a:pt x="487676" y="2952"/>
                </a:lnTo>
                <a:cubicBezTo>
                  <a:pt x="462218" y="2952"/>
                  <a:pt x="442939" y="22490"/>
                  <a:pt x="442939" y="46506"/>
                </a:cubicBezTo>
                <a:cubicBezTo>
                  <a:pt x="442939" y="70522"/>
                  <a:pt x="462218" y="90060"/>
                  <a:pt x="487676" y="90060"/>
                </a:cubicBezTo>
                <a:lnTo>
                  <a:pt x="538106" y="90060"/>
                </a:lnTo>
                <a:cubicBezTo>
                  <a:pt x="545761" y="90060"/>
                  <a:pt x="551994" y="96335"/>
                  <a:pt x="551994" y="104047"/>
                </a:cubicBezTo>
                <a:cubicBezTo>
                  <a:pt x="551994" y="111759"/>
                  <a:pt x="545761" y="118034"/>
                  <a:pt x="538106" y="118034"/>
                </a:cubicBezTo>
                <a:lnTo>
                  <a:pt x="473876" y="118039"/>
                </a:lnTo>
                <a:cubicBezTo>
                  <a:pt x="463926" y="118039"/>
                  <a:pt x="457722" y="124657"/>
                  <a:pt x="457722" y="132821"/>
                </a:cubicBezTo>
                <a:cubicBezTo>
                  <a:pt x="457722" y="140986"/>
                  <a:pt x="463926" y="147604"/>
                  <a:pt x="473876" y="147604"/>
                </a:cubicBezTo>
                <a:lnTo>
                  <a:pt x="536825" y="147601"/>
                </a:lnTo>
                <a:cubicBezTo>
                  <a:pt x="562278" y="147601"/>
                  <a:pt x="581560" y="128063"/>
                  <a:pt x="581560" y="104047"/>
                </a:cubicBezTo>
                <a:cubicBezTo>
                  <a:pt x="581560" y="80031"/>
                  <a:pt x="562278" y="60493"/>
                  <a:pt x="536825" y="60493"/>
                </a:cubicBezTo>
                <a:lnTo>
                  <a:pt x="486392" y="60493"/>
                </a:lnTo>
                <a:cubicBezTo>
                  <a:pt x="478736" y="60493"/>
                  <a:pt x="472507" y="54218"/>
                  <a:pt x="472507" y="46506"/>
                </a:cubicBezTo>
                <a:lnTo>
                  <a:pt x="472507" y="46506"/>
                </a:lnTo>
                <a:close/>
                <a:moveTo>
                  <a:pt x="440512" y="124204"/>
                </a:moveTo>
                <a:lnTo>
                  <a:pt x="375437" y="11489"/>
                </a:lnTo>
                <a:cubicBezTo>
                  <a:pt x="373716" y="8508"/>
                  <a:pt x="371528" y="6330"/>
                  <a:pt x="369116" y="4900"/>
                </a:cubicBezTo>
                <a:lnTo>
                  <a:pt x="369108" y="4890"/>
                </a:lnTo>
                <a:cubicBezTo>
                  <a:pt x="369085" y="4877"/>
                  <a:pt x="369062" y="4868"/>
                  <a:pt x="369040" y="4855"/>
                </a:cubicBezTo>
                <a:cubicBezTo>
                  <a:pt x="367317" y="3847"/>
                  <a:pt x="365482" y="3230"/>
                  <a:pt x="363613" y="2996"/>
                </a:cubicBezTo>
                <a:cubicBezTo>
                  <a:pt x="363579" y="2992"/>
                  <a:pt x="363545" y="2987"/>
                  <a:pt x="363511" y="2983"/>
                </a:cubicBezTo>
                <a:cubicBezTo>
                  <a:pt x="363149" y="2940"/>
                  <a:pt x="362786" y="2912"/>
                  <a:pt x="362422" y="2898"/>
                </a:cubicBezTo>
                <a:cubicBezTo>
                  <a:pt x="362225" y="2889"/>
                  <a:pt x="362029" y="2885"/>
                  <a:pt x="361833" y="2883"/>
                </a:cubicBezTo>
                <a:cubicBezTo>
                  <a:pt x="361636" y="2884"/>
                  <a:pt x="361440" y="2889"/>
                  <a:pt x="361244" y="2898"/>
                </a:cubicBezTo>
                <a:cubicBezTo>
                  <a:pt x="360880" y="2912"/>
                  <a:pt x="360517" y="2940"/>
                  <a:pt x="360155" y="2983"/>
                </a:cubicBezTo>
                <a:cubicBezTo>
                  <a:pt x="360121" y="2987"/>
                  <a:pt x="360087" y="2992"/>
                  <a:pt x="360053" y="2996"/>
                </a:cubicBezTo>
                <a:cubicBezTo>
                  <a:pt x="358184" y="3230"/>
                  <a:pt x="356349" y="3847"/>
                  <a:pt x="354626" y="4855"/>
                </a:cubicBezTo>
                <a:cubicBezTo>
                  <a:pt x="354604" y="4868"/>
                  <a:pt x="354580" y="4877"/>
                  <a:pt x="354558" y="4890"/>
                </a:cubicBezTo>
                <a:cubicBezTo>
                  <a:pt x="354558" y="4890"/>
                  <a:pt x="354551" y="4898"/>
                  <a:pt x="354550" y="4900"/>
                </a:cubicBezTo>
                <a:cubicBezTo>
                  <a:pt x="352138" y="6330"/>
                  <a:pt x="349950" y="8508"/>
                  <a:pt x="348229" y="11489"/>
                </a:cubicBezTo>
                <a:lnTo>
                  <a:pt x="283154" y="124204"/>
                </a:lnTo>
                <a:cubicBezTo>
                  <a:pt x="278179" y="132821"/>
                  <a:pt x="280808" y="141503"/>
                  <a:pt x="287879" y="145585"/>
                </a:cubicBezTo>
                <a:cubicBezTo>
                  <a:pt x="294949" y="149667"/>
                  <a:pt x="303783" y="147604"/>
                  <a:pt x="308758" y="138986"/>
                </a:cubicBezTo>
                <a:lnTo>
                  <a:pt x="361833" y="47057"/>
                </a:lnTo>
                <a:lnTo>
                  <a:pt x="414908" y="138986"/>
                </a:lnTo>
                <a:cubicBezTo>
                  <a:pt x="419883" y="147604"/>
                  <a:pt x="428717" y="149667"/>
                  <a:pt x="435787" y="145585"/>
                </a:cubicBezTo>
                <a:cubicBezTo>
                  <a:pt x="442858" y="141503"/>
                  <a:pt x="445488" y="132821"/>
                  <a:pt x="440512" y="124204"/>
                </a:cubicBezTo>
                <a:lnTo>
                  <a:pt x="440512" y="124204"/>
                </a:lnTo>
                <a:close/>
                <a:moveTo>
                  <a:pt x="305728" y="17737"/>
                </a:moveTo>
                <a:cubicBezTo>
                  <a:pt x="305728" y="9572"/>
                  <a:pt x="299524" y="2954"/>
                  <a:pt x="289574" y="2954"/>
                </a:cubicBezTo>
                <a:lnTo>
                  <a:pt x="163756" y="2954"/>
                </a:lnTo>
                <a:cubicBezTo>
                  <a:pt x="153805" y="2954"/>
                  <a:pt x="147602" y="9572"/>
                  <a:pt x="147602" y="17737"/>
                </a:cubicBezTo>
                <a:cubicBezTo>
                  <a:pt x="147602" y="25901"/>
                  <a:pt x="153805" y="32520"/>
                  <a:pt x="163756" y="32520"/>
                </a:cubicBezTo>
                <a:lnTo>
                  <a:pt x="211890" y="32520"/>
                </a:lnTo>
                <a:lnTo>
                  <a:pt x="211891" y="131450"/>
                </a:lnTo>
                <a:cubicBezTo>
                  <a:pt x="211891" y="141400"/>
                  <a:pt x="218509" y="147604"/>
                  <a:pt x="226673" y="147604"/>
                </a:cubicBezTo>
                <a:cubicBezTo>
                  <a:pt x="234838" y="147604"/>
                  <a:pt x="241456" y="141400"/>
                  <a:pt x="241456" y="131450"/>
                </a:cubicBezTo>
                <a:lnTo>
                  <a:pt x="241457" y="32520"/>
                </a:lnTo>
                <a:lnTo>
                  <a:pt x="289574" y="32520"/>
                </a:lnTo>
                <a:cubicBezTo>
                  <a:pt x="299524" y="32520"/>
                  <a:pt x="305728" y="25901"/>
                  <a:pt x="305728" y="17737"/>
                </a:cubicBezTo>
                <a:lnTo>
                  <a:pt x="305728" y="17737"/>
                </a:lnTo>
                <a:close/>
                <a:moveTo>
                  <a:pt x="147603" y="73802"/>
                </a:moveTo>
                <a:cubicBezTo>
                  <a:pt x="147603" y="33107"/>
                  <a:pt x="114496" y="0"/>
                  <a:pt x="73800" y="0"/>
                </a:cubicBezTo>
                <a:cubicBezTo>
                  <a:pt x="33105" y="0"/>
                  <a:pt x="0" y="33107"/>
                  <a:pt x="0" y="73802"/>
                </a:cubicBezTo>
                <a:cubicBezTo>
                  <a:pt x="0" y="117256"/>
                  <a:pt x="32987" y="147604"/>
                  <a:pt x="80218" y="147604"/>
                </a:cubicBezTo>
                <a:lnTo>
                  <a:pt x="106710" y="147604"/>
                </a:lnTo>
                <a:cubicBezTo>
                  <a:pt x="117856" y="147604"/>
                  <a:pt x="125431" y="141366"/>
                  <a:pt x="125431" y="132821"/>
                </a:cubicBezTo>
                <a:cubicBezTo>
                  <a:pt x="125431" y="124657"/>
                  <a:pt x="119227" y="118039"/>
                  <a:pt x="109278" y="118039"/>
                </a:cubicBezTo>
                <a:lnTo>
                  <a:pt x="80218" y="118038"/>
                </a:lnTo>
                <a:cubicBezTo>
                  <a:pt x="56213" y="118038"/>
                  <a:pt x="38835" y="107468"/>
                  <a:pt x="32354" y="90062"/>
                </a:cubicBezTo>
                <a:lnTo>
                  <a:pt x="132820" y="90062"/>
                </a:lnTo>
                <a:cubicBezTo>
                  <a:pt x="140984" y="90062"/>
                  <a:pt x="147603" y="83443"/>
                  <a:pt x="147603" y="75278"/>
                </a:cubicBezTo>
                <a:lnTo>
                  <a:pt x="147603" y="73802"/>
                </a:lnTo>
                <a:lnTo>
                  <a:pt x="147603" y="73802"/>
                </a:lnTo>
                <a:close/>
                <a:moveTo>
                  <a:pt x="115990" y="60494"/>
                </a:moveTo>
                <a:lnTo>
                  <a:pt x="31612" y="60494"/>
                </a:lnTo>
                <a:cubicBezTo>
                  <a:pt x="37274" y="42587"/>
                  <a:pt x="54045" y="29568"/>
                  <a:pt x="73800" y="29568"/>
                </a:cubicBezTo>
                <a:cubicBezTo>
                  <a:pt x="93555" y="29568"/>
                  <a:pt x="110329" y="42587"/>
                  <a:pt x="115990" y="60494"/>
                </a:cubicBezTo>
                <a:lnTo>
                  <a:pt x="115990" y="60494"/>
                </a:lnTo>
                <a:close/>
              </a:path>
            </a:pathLst>
          </a:custGeom>
          <a:solidFill>
            <a:srgbClr val="FFFFFF"/>
          </a:solidFill>
          <a:ln w="5188" cap="flat">
            <a:noFill/>
            <a:prstDash val="solid"/>
            <a:miter/>
          </a:ln>
        </p:spPr>
        <p:txBody>
          <a:bodyPr rtlCol="0" anchor="ctr"/>
          <a:lstStyle/>
          <a:p>
            <a:pPr marL="0" marR="0" lvl="0" indent="0" defTabSz="1016264" eaLnBrk="1" fontAlgn="auto" latinLnBrk="0" hangingPunct="1">
              <a:lnSpc>
                <a:spcPct val="100000"/>
              </a:lnSpc>
              <a:spcBef>
                <a:spcPts val="0"/>
              </a:spcBef>
              <a:spcAft>
                <a:spcPts val="0"/>
              </a:spcAft>
              <a:buClrTx/>
              <a:buSzTx/>
              <a:buFontTx/>
              <a:buNone/>
              <a:tabLst/>
              <a:defRPr/>
            </a:pPr>
            <a:endParaRPr kumimoji="0" lang="de-DE" sz="2001" b="0" i="0" u="none" strike="noStrike" kern="0" cap="none" spc="0" normalizeH="0" baseline="0" noProof="0">
              <a:ln>
                <a:noFill/>
              </a:ln>
              <a:solidFill>
                <a:srgbClr val="000000"/>
              </a:solidFill>
              <a:effectLst/>
              <a:uLnTx/>
              <a:uFillTx/>
            </a:endParaRPr>
          </a:p>
        </p:txBody>
      </p:sp>
      <p:sp>
        <p:nvSpPr>
          <p:cNvPr id="3" name="Title 1">
            <a:extLst>
              <a:ext uri="{FF2B5EF4-FFF2-40B4-BE49-F238E27FC236}">
                <a16:creationId xmlns:a16="http://schemas.microsoft.com/office/drawing/2014/main" id="{ED74F6FF-F2DF-4484-A6EA-147BCD9D28C0}"/>
              </a:ext>
            </a:extLst>
          </p:cNvPr>
          <p:cNvSpPr>
            <a:spLocks noGrp="1"/>
          </p:cNvSpPr>
          <p:nvPr>
            <p:ph type="title" hasCustomPrompt="1"/>
          </p:nvPr>
        </p:nvSpPr>
        <p:spPr/>
        <p:txBody>
          <a:bodyPr/>
          <a:lstStyle/>
          <a:p>
            <a:r>
              <a:rPr lang="en-US" noProof="1"/>
              <a:t>Subline (optional)</a:t>
            </a:r>
            <a:endParaRPr lang="de-DE"/>
          </a:p>
        </p:txBody>
      </p:sp>
      <p:sp>
        <p:nvSpPr>
          <p:cNvPr id="6" name="Chapter_titleonly">
            <a:extLst>
              <a:ext uri="{FF2B5EF4-FFF2-40B4-BE49-F238E27FC236}">
                <a16:creationId xmlns:a16="http://schemas.microsoft.com/office/drawing/2014/main" id="{0A3CFC89-787E-4766-A928-188BC7C6A6EB}"/>
              </a:ext>
            </a:extLst>
          </p:cNvPr>
          <p:cNvSpPr>
            <a:spLocks noGrp="1"/>
          </p:cNvSpPr>
          <p:nvPr>
            <p:ph type="body" sz="quarter" idx="15" hasCustomPrompt="1"/>
          </p:nvPr>
        </p:nvSpPr>
        <p:spPr>
          <a:xfrm>
            <a:off x="268189" y="227602"/>
            <a:ext cx="10174944" cy="400679"/>
          </a:xfrm>
          <a:prstGeom prst="rect">
            <a:avLst/>
          </a:prstGeom>
        </p:spPr>
        <p:txBody>
          <a:bodyPr lIns="0" tIns="0" rIns="0" bIns="0">
            <a:noAutofit/>
          </a:bodyPr>
          <a:lstStyle>
            <a:lvl1pPr marL="0" indent="0">
              <a:lnSpc>
                <a:spcPct val="100000"/>
              </a:lnSpc>
              <a:buFontTx/>
              <a:buNone/>
              <a:defRPr sz="3112">
                <a:solidFill>
                  <a:schemeClr val="tx2"/>
                </a:solidFill>
              </a:defRPr>
            </a:lvl1pPr>
          </a:lstStyle>
          <a:p>
            <a:pPr lvl="0"/>
            <a:r>
              <a:rPr lang="en-US" noProof="1"/>
              <a:t>Headline</a:t>
            </a:r>
          </a:p>
        </p:txBody>
      </p:sp>
      <p:pic>
        <p:nvPicPr>
          <p:cNvPr id="7" name="Grafik 6">
            <a:extLst>
              <a:ext uri="{FF2B5EF4-FFF2-40B4-BE49-F238E27FC236}">
                <a16:creationId xmlns:a16="http://schemas.microsoft.com/office/drawing/2014/main" id="{E57DFFC5-FF34-E8D2-71CB-75CD884F12C5}"/>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8278800" y="5628807"/>
            <a:ext cx="8184763" cy="1844394"/>
          </a:xfrm>
          <a:prstGeom prst="rect">
            <a:avLst/>
          </a:prstGeom>
        </p:spPr>
      </p:pic>
    </p:spTree>
    <p:extLst>
      <p:ext uri="{BB962C8B-B14F-4D97-AF65-F5344CB8AC3E}">
        <p14:creationId xmlns:p14="http://schemas.microsoft.com/office/powerpoint/2010/main" val="371308832"/>
      </p:ext>
    </p:extLst>
  </p:cSld>
  <p:clrMapOvr>
    <a:masterClrMapping/>
  </p:clrMapOvr>
  <p:extLst>
    <p:ext uri="{DCECCB84-F9BA-43D5-87BE-67443E8EF086}">
      <p15:sldGuideLst xmlns:p15="http://schemas.microsoft.com/office/powerpoint/2012/main">
        <p15:guide id="1" pos="187" userDrawn="1">
          <p15:clr>
            <a:srgbClr val="FBAE40"/>
          </p15:clr>
        </p15:guide>
        <p15:guide id="2" pos="7489" userDrawn="1">
          <p15:clr>
            <a:srgbClr val="FBAE40"/>
          </p15:clr>
        </p15:guide>
        <p15:guide id="3" orient="horz" pos="140" userDrawn="1">
          <p15:clr>
            <a:srgbClr val="FBAE40"/>
          </p15:clr>
        </p15:guide>
        <p15:guide id="4" orient="horz" pos="745" userDrawn="1">
          <p15:clr>
            <a:srgbClr val="FBAE40"/>
          </p15:clr>
        </p15:guide>
        <p15:guide id="5" orient="horz" pos="4133" userDrawn="1">
          <p15:clr>
            <a:srgbClr val="FBAE40"/>
          </p15:clr>
        </p15:guide>
        <p15:guide id="6" orient="horz" pos="890" userDrawn="1">
          <p15:clr>
            <a:srgbClr val="FBAE40"/>
          </p15:clr>
        </p15:guide>
        <p15:guide id="7" pos="3881" userDrawn="1">
          <p15:clr>
            <a:srgbClr val="FBAE40"/>
          </p15:clr>
        </p15:guide>
        <p15:guide id="8" pos="380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title (no footer) ">
    <p:bg>
      <p:bgPr>
        <a:gradFill>
          <a:gsLst>
            <a:gs pos="100000">
              <a:schemeClr val="accent2"/>
            </a:gs>
            <a:gs pos="0">
              <a:schemeClr val="tx2"/>
            </a:gs>
          </a:gsLst>
          <a:lin ang="0" scaled="1"/>
        </a:gradFill>
        <a:effectLst/>
      </p:bgPr>
    </p:bg>
    <p:spTree>
      <p:nvGrpSpPr>
        <p:cNvPr id="1" name=""/>
        <p:cNvGrpSpPr/>
        <p:nvPr/>
      </p:nvGrpSpPr>
      <p:grpSpPr>
        <a:xfrm>
          <a:off x="0" y="0"/>
          <a:ext cx="0" cy="0"/>
          <a:chOff x="0" y="0"/>
          <a:chExt cx="0" cy="0"/>
        </a:xfrm>
      </p:grpSpPr>
      <p:sp>
        <p:nvSpPr>
          <p:cNvPr id="12" name="ETAS logo background">
            <a:extLst>
              <a:ext uri="{FF2B5EF4-FFF2-40B4-BE49-F238E27FC236}">
                <a16:creationId xmlns:a16="http://schemas.microsoft.com/office/drawing/2014/main" id="{77CCFE1E-220D-72FA-3E09-DAE5FA4B7DAA}"/>
              </a:ext>
            </a:extLst>
          </p:cNvPr>
          <p:cNvSpPr>
            <a:spLocks noSelect="1"/>
          </p:cNvSpPr>
          <p:nvPr userDrawn="1"/>
        </p:nvSpPr>
        <p:spPr>
          <a:xfrm>
            <a:off x="11103212" y="306996"/>
            <a:ext cx="1100318" cy="320118"/>
          </a:xfrm>
          <a:custGeom>
            <a:avLst/>
            <a:gdLst>
              <a:gd name="connsiteX0" fmla="*/ 151856 w 979737"/>
              <a:gd name="connsiteY0" fmla="*/ 0 h 288603"/>
              <a:gd name="connsiteX1" fmla="*/ 979737 w 979737"/>
              <a:gd name="connsiteY1" fmla="*/ 0 h 288603"/>
              <a:gd name="connsiteX2" fmla="*/ 979737 w 979737"/>
              <a:gd name="connsiteY2" fmla="*/ 288132 h 288603"/>
              <a:gd name="connsiteX3" fmla="*/ 871930 w 979737"/>
              <a:gd name="connsiteY3" fmla="*/ 288132 h 288603"/>
              <a:gd name="connsiteX4" fmla="*/ 871930 w 979737"/>
              <a:gd name="connsiteY4" fmla="*/ 288603 h 288603"/>
              <a:gd name="connsiteX5" fmla="*/ 144567 w 979737"/>
              <a:gd name="connsiteY5" fmla="*/ 288603 h 288603"/>
              <a:gd name="connsiteX6" fmla="*/ 0 w 979737"/>
              <a:gd name="connsiteY6" fmla="*/ 144587 h 288603"/>
              <a:gd name="connsiteX7" fmla="*/ 144567 w 979737"/>
              <a:gd name="connsiteY7" fmla="*/ 571 h 288603"/>
              <a:gd name="connsiteX8" fmla="*/ 145905 w 979737"/>
              <a:gd name="connsiteY8" fmla="*/ 705 h 288603"/>
              <a:gd name="connsiteX9" fmla="*/ 151856 w 979737"/>
              <a:gd name="connsiteY9" fmla="*/ 705 h 28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9737" h="288603">
                <a:moveTo>
                  <a:pt x="151856" y="0"/>
                </a:moveTo>
                <a:lnTo>
                  <a:pt x="979737" y="0"/>
                </a:lnTo>
                <a:lnTo>
                  <a:pt x="979737" y="288132"/>
                </a:lnTo>
                <a:lnTo>
                  <a:pt x="871930" y="288132"/>
                </a:lnTo>
                <a:lnTo>
                  <a:pt x="871930" y="288603"/>
                </a:lnTo>
                <a:lnTo>
                  <a:pt x="144567" y="288603"/>
                </a:lnTo>
                <a:cubicBezTo>
                  <a:pt x="64725" y="288603"/>
                  <a:pt x="0" y="224125"/>
                  <a:pt x="0" y="144587"/>
                </a:cubicBezTo>
                <a:cubicBezTo>
                  <a:pt x="0" y="65049"/>
                  <a:pt x="64725" y="571"/>
                  <a:pt x="144567" y="571"/>
                </a:cubicBezTo>
                <a:lnTo>
                  <a:pt x="145905" y="705"/>
                </a:lnTo>
                <a:lnTo>
                  <a:pt x="151856" y="70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t-IT" sz="2001"/>
          </a:p>
        </p:txBody>
      </p:sp>
      <p:pic>
        <p:nvPicPr>
          <p:cNvPr id="13" name="ETAS logo">
            <a:extLst>
              <a:ext uri="{FF2B5EF4-FFF2-40B4-BE49-F238E27FC236}">
                <a16:creationId xmlns:a16="http://schemas.microsoft.com/office/drawing/2014/main" id="{B2DD8018-B0C9-6A1B-4D74-4CE67609CC8B}"/>
              </a:ext>
            </a:extLst>
          </p:cNvPr>
          <p:cNvPicPr>
            <a:picLocks noSelect="1"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237624" y="385979"/>
            <a:ext cx="662752" cy="165683"/>
          </a:xfrm>
          <a:prstGeom prst="rect">
            <a:avLst/>
          </a:prstGeom>
        </p:spPr>
      </p:pic>
      <p:sp>
        <p:nvSpPr>
          <p:cNvPr id="15" name="Chapter_title">
            <a:extLst>
              <a:ext uri="{FF2B5EF4-FFF2-40B4-BE49-F238E27FC236}">
                <a16:creationId xmlns:a16="http://schemas.microsoft.com/office/drawing/2014/main" id="{0C07C395-2D30-4D8E-A33F-30B7FD059535}"/>
              </a:ext>
            </a:extLst>
          </p:cNvPr>
          <p:cNvSpPr>
            <a:spLocks noGrp="1"/>
          </p:cNvSpPr>
          <p:nvPr>
            <p:ph type="ctrTitle" hasCustomPrompt="1"/>
          </p:nvPr>
        </p:nvSpPr>
        <p:spPr>
          <a:xfrm>
            <a:off x="264075" y="2910917"/>
            <a:ext cx="11619155" cy="551433"/>
          </a:xfrm>
          <a:prstGeom prst="rect">
            <a:avLst/>
          </a:prstGeom>
        </p:spPr>
        <p:txBody>
          <a:bodyPr wrap="square" tIns="0" rIns="0" bIns="0" anchor="b" anchorCtr="0">
            <a:spAutoFit/>
          </a:bodyPr>
          <a:lstStyle>
            <a:lvl1pPr marL="0" indent="0">
              <a:lnSpc>
                <a:spcPts val="4268"/>
              </a:lnSpc>
              <a:buFontTx/>
              <a:buNone/>
              <a:defRPr sz="4001">
                <a:solidFill>
                  <a:schemeClr val="bg1"/>
                </a:solidFill>
              </a:defRPr>
            </a:lvl1pPr>
            <a:lvl2pPr marL="0" indent="0">
              <a:buFontTx/>
              <a:buNone/>
              <a:defRPr sz="4001">
                <a:solidFill>
                  <a:schemeClr val="bg1"/>
                </a:solidFill>
              </a:defRPr>
            </a:lvl2pPr>
            <a:lvl3pPr marL="0" indent="0">
              <a:buNone/>
              <a:defRPr sz="4001">
                <a:solidFill>
                  <a:schemeClr val="bg1"/>
                </a:solidFill>
              </a:defRPr>
            </a:lvl3pPr>
          </a:lstStyle>
          <a:p>
            <a:pPr lvl="0"/>
            <a:r>
              <a:rPr lang="en-US" noProof="1"/>
              <a:t>Chapter title</a:t>
            </a:r>
          </a:p>
        </p:txBody>
      </p:sp>
      <p:sp>
        <p:nvSpPr>
          <p:cNvPr id="4" name="Text Placeholder 1">
            <a:extLst>
              <a:ext uri="{FF2B5EF4-FFF2-40B4-BE49-F238E27FC236}">
                <a16:creationId xmlns:a16="http://schemas.microsoft.com/office/drawing/2014/main" id="{47165948-C4C3-9364-8895-48C0F8C9FDD5}"/>
              </a:ext>
            </a:extLst>
          </p:cNvPr>
          <p:cNvSpPr>
            <a:spLocks noGrp="1"/>
          </p:cNvSpPr>
          <p:nvPr>
            <p:ph type="subTitle" idx="16" hasCustomPrompt="1"/>
          </p:nvPr>
        </p:nvSpPr>
        <p:spPr>
          <a:xfrm>
            <a:off x="264075" y="3532907"/>
            <a:ext cx="11619155" cy="416460"/>
          </a:xfrm>
          <a:prstGeom prst="rect">
            <a:avLst/>
          </a:prstGeom>
        </p:spPr>
        <p:txBody>
          <a:bodyPr wrap="square">
            <a:spAutoFit/>
          </a:bodyPr>
          <a:lstStyle>
            <a:lvl1pPr marL="0" indent="0">
              <a:buFontTx/>
              <a:buNone/>
              <a:defRPr sz="2667">
                <a:solidFill>
                  <a:schemeClr val="bg1"/>
                </a:solidFill>
                <a:latin typeface="+mn-lt"/>
              </a:defRPr>
            </a:lvl1pPr>
          </a:lstStyle>
          <a:p>
            <a:r>
              <a:rPr lang="en-US" noProof="1"/>
              <a:t>Subtitle (optional)</a:t>
            </a:r>
            <a:endParaRPr lang="en-US"/>
          </a:p>
        </p:txBody>
      </p:sp>
    </p:spTree>
    <p:extLst>
      <p:ext uri="{BB962C8B-B14F-4D97-AF65-F5344CB8AC3E}">
        <p14:creationId xmlns:p14="http://schemas.microsoft.com/office/powerpoint/2010/main" val="2837666504"/>
      </p:ext>
    </p:extLst>
  </p:cSld>
  <p:clrMapOvr>
    <a:masterClrMapping/>
  </p:clrMapOvr>
  <p:extLst>
    <p:ext uri="{DCECCB84-F9BA-43D5-87BE-67443E8EF086}">
      <p15:sldGuideLst xmlns:p15="http://schemas.microsoft.com/office/powerpoint/2012/main">
        <p15:guide id="1" pos="164" userDrawn="1">
          <p15:clr>
            <a:srgbClr val="FBAE40"/>
          </p15:clr>
        </p15:guide>
        <p15:guide id="2" orient="horz" pos="1836" userDrawn="1">
          <p15:clr>
            <a:srgbClr val="FBAE40"/>
          </p15:clr>
        </p15:guide>
        <p15:guide id="3" pos="7485" userDrawn="1">
          <p15:clr>
            <a:srgbClr val="FBAE40"/>
          </p15:clr>
        </p15:guide>
        <p15:guide id="4" orient="horz" pos="249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74BB9D-8ED9-CCFB-FC3A-57C3198780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3426B8-3B88-5A52-0D14-C22FBD0DD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BB187D-996A-B406-D882-652B269FD6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0EA77E-49AE-F64D-8633-457B51AC0A81}" type="datetimeFigureOut">
              <a:rPr lang="en-US" smtClean="0"/>
              <a:t>9/10/2026</a:t>
            </a:fld>
            <a:endParaRPr lang="en-US"/>
          </a:p>
        </p:txBody>
      </p:sp>
      <p:sp>
        <p:nvSpPr>
          <p:cNvPr id="5" name="Footer Placeholder 4">
            <a:extLst>
              <a:ext uri="{FF2B5EF4-FFF2-40B4-BE49-F238E27FC236}">
                <a16:creationId xmlns:a16="http://schemas.microsoft.com/office/drawing/2014/main" id="{BC719547-55DD-D088-C9CF-D75AFF419B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132DEF-F267-817B-C94D-67FF568FE3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52B9C1-502B-0743-A000-5B48F70CA475}" type="slidenum">
              <a:rPr lang="en-US" smtClean="0"/>
              <a:t>‹#›</a:t>
            </a:fld>
            <a:endParaRPr lang="en-US"/>
          </a:p>
        </p:txBody>
      </p:sp>
    </p:spTree>
    <p:extLst>
      <p:ext uri="{BB962C8B-B14F-4D97-AF65-F5344CB8AC3E}">
        <p14:creationId xmlns:p14="http://schemas.microsoft.com/office/powerpoint/2010/main" val="2637020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Layout" Target="../slideLayouts/slideLayout12.xml"/><Relationship Id="rId4" Type="http://schemas.openxmlformats.org/officeDocument/2006/relationships/tags" Target="../tags/tag4.xml"/><Relationship Id="rId9"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12.xml"/><Relationship Id="rId7" Type="http://schemas.openxmlformats.org/officeDocument/2006/relationships/notesSlide" Target="../notesSlides/notesSlide5.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Layout" Target="../slideLayouts/slideLayout14.xml"/><Relationship Id="rId11" Type="http://schemas.openxmlformats.org/officeDocument/2006/relationships/image" Target="../media/image29.png"/><Relationship Id="rId5" Type="http://schemas.openxmlformats.org/officeDocument/2006/relationships/tags" Target="../tags/tag14.xml"/><Relationship Id="rId10" Type="http://schemas.openxmlformats.org/officeDocument/2006/relationships/image" Target="../media/image28.png"/><Relationship Id="rId4" Type="http://schemas.openxmlformats.org/officeDocument/2006/relationships/tags" Target="../tags/tag13.xml"/><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18.xml"/><Relationship Id="rId7" Type="http://schemas.openxmlformats.org/officeDocument/2006/relationships/notesSlide" Target="../notesSlides/notesSlide9.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14.xml"/><Relationship Id="rId11" Type="http://schemas.openxmlformats.org/officeDocument/2006/relationships/image" Target="../media/image39.png"/><Relationship Id="rId5" Type="http://schemas.openxmlformats.org/officeDocument/2006/relationships/tags" Target="../tags/tag20.xml"/><Relationship Id="rId10" Type="http://schemas.openxmlformats.org/officeDocument/2006/relationships/image" Target="../media/image38.png"/><Relationship Id="rId4" Type="http://schemas.openxmlformats.org/officeDocument/2006/relationships/tags" Target="../tags/tag19.xml"/><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3.xml"/><Relationship Id="rId7" Type="http://schemas.openxmlformats.org/officeDocument/2006/relationships/notesSlide" Target="../notesSlides/notesSlide10.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14.xml"/><Relationship Id="rId11" Type="http://schemas.openxmlformats.org/officeDocument/2006/relationships/image" Target="../media/image41.png"/><Relationship Id="rId5" Type="http://schemas.openxmlformats.org/officeDocument/2006/relationships/tags" Target="../tags/tag25.xml"/><Relationship Id="rId10" Type="http://schemas.openxmlformats.org/officeDocument/2006/relationships/image" Target="../media/image40.png"/><Relationship Id="rId4" Type="http://schemas.openxmlformats.org/officeDocument/2006/relationships/tags" Target="../tags/tag24.xml"/><Relationship Id="rId9"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BC4A-B487-C0EC-A670-C6869C974D70}"/>
              </a:ext>
            </a:extLst>
          </p:cNvPr>
          <p:cNvSpPr>
            <a:spLocks noGrp="1"/>
          </p:cNvSpPr>
          <p:nvPr>
            <p:ph type="ctrTitle"/>
          </p:nvPr>
        </p:nvSpPr>
        <p:spPr/>
        <p:txBody>
          <a:bodyPr>
            <a:noAutofit/>
          </a:bodyPr>
          <a:lstStyle/>
          <a:p>
            <a:pPr algn="l"/>
            <a:r>
              <a:rPr lang="en-US" sz="4000" b="1" dirty="0">
                <a:solidFill>
                  <a:srgbClr val="164293"/>
                </a:solidFill>
                <a:latin typeface="Arial"/>
                <a:cs typeface="Arial"/>
              </a:rPr>
              <a:t>Right Sizing Classic AUTOSAR for Real-World Automotive ECUs</a:t>
            </a:r>
            <a:endParaRPr lang="en-US" sz="4000"/>
          </a:p>
        </p:txBody>
      </p:sp>
      <p:sp>
        <p:nvSpPr>
          <p:cNvPr id="3" name="Subtitle 2">
            <a:extLst>
              <a:ext uri="{FF2B5EF4-FFF2-40B4-BE49-F238E27FC236}">
                <a16:creationId xmlns:a16="http://schemas.microsoft.com/office/drawing/2014/main" id="{CFC90CD4-352E-2693-C930-E7FD8D9CBDC2}"/>
              </a:ext>
            </a:extLst>
          </p:cNvPr>
          <p:cNvSpPr>
            <a:spLocks noGrp="1"/>
          </p:cNvSpPr>
          <p:nvPr>
            <p:ph type="subTitle" idx="1"/>
          </p:nvPr>
        </p:nvSpPr>
        <p:spPr/>
        <p:txBody>
          <a:bodyPr vert="horz" lIns="91440" tIns="45720" rIns="91440" bIns="45720" rtlCol="0" anchor="t">
            <a:normAutofit/>
          </a:bodyPr>
          <a:lstStyle/>
          <a:p>
            <a:r>
              <a:rPr lang="en-US" dirty="0">
                <a:solidFill>
                  <a:srgbClr val="404040"/>
                </a:solidFill>
                <a:latin typeface="Eurostile"/>
              </a:rPr>
              <a:t>Omar Alshabibi, Principal Product Manager – ETAS</a:t>
            </a:r>
            <a:endParaRPr lang="en-US" dirty="0"/>
          </a:p>
          <a:p>
            <a:r>
              <a:rPr lang="en-US" sz="1800" dirty="0">
                <a:solidFill>
                  <a:srgbClr val="E50000"/>
                </a:solidFill>
                <a:latin typeface="Eurostile"/>
              </a:rPr>
              <a:t>ewNA26  •  [Sep 23rd]  •  [Room / 9]</a:t>
            </a:r>
            <a:endParaRPr lang="en-US" dirty="0"/>
          </a:p>
        </p:txBody>
      </p:sp>
    </p:spTree>
    <p:extLst>
      <p:ext uri="{BB962C8B-B14F-4D97-AF65-F5344CB8AC3E}">
        <p14:creationId xmlns:p14="http://schemas.microsoft.com/office/powerpoint/2010/main" val="912620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a:spLocks noGrp="1"/>
          </p:cNvSpPr>
          <p:nvPr/>
        </p:nvSpPr>
        <p:spPr>
          <a:xfrm>
            <a:off x="685800" y="457200"/>
            <a:ext cx="9500000" cy="640080"/>
          </a:xfrm>
          <a:prstGeom prst="rect">
            <a:avLst/>
          </a:prstGeom>
        </p:spPr>
        <p:txBody>
          <a:bodyPr wrap="square">
            <a:noAutofit/>
          </a:bodyPr>
          <a:lstStyle/>
          <a:p>
            <a:r>
              <a:rPr lang="en-US" sz="3200" b="1" dirty="0">
                <a:solidFill>
                  <a:srgbClr val="123E8B"/>
                </a:solidFill>
                <a:latin typeface="Eurostile"/>
              </a:rPr>
              <a:t>What We’ll Cover</a:t>
            </a:r>
          </a:p>
        </p:txBody>
      </p:sp>
      <p:sp>
        <p:nvSpPr>
          <p:cNvPr id="11" name="Subtitle"/>
          <p:cNvSpPr>
            <a:spLocks noGrp="1"/>
          </p:cNvSpPr>
          <p:nvPr/>
        </p:nvSpPr>
        <p:spPr>
          <a:xfrm>
            <a:off x="685800" y="1097280"/>
            <a:ext cx="9500000" cy="320040"/>
          </a:xfrm>
          <a:prstGeom prst="rect">
            <a:avLst/>
          </a:prstGeom>
        </p:spPr>
        <p:txBody>
          <a:bodyPr wrap="square">
            <a:noAutofit/>
          </a:bodyPr>
          <a:lstStyle/>
          <a:p>
            <a:r>
              <a:rPr lang="en-US" sz="1400" i="1" dirty="0">
                <a:solidFill>
                  <a:srgbClr val="666666"/>
                </a:solidFill>
                <a:latin typeface="Eurostile"/>
              </a:rPr>
              <a:t>Session agenda – replace with your talk’s outline</a:t>
            </a:r>
          </a:p>
        </p:txBody>
      </p:sp>
      <p:sp>
        <p:nvSpPr>
          <p:cNvPr id="20" name="Badge 01"/>
          <p:cNvSpPr/>
          <p:nvPr/>
        </p:nvSpPr>
        <p:spPr>
          <a:xfrm>
            <a:off x="685800" y="1685000"/>
            <a:ext cx="550000" cy="550000"/>
          </a:xfrm>
          <a:prstGeom prst="ellipse">
            <a:avLst/>
          </a:prstGeom>
          <a:solidFill>
            <a:srgbClr val="123E8B"/>
          </a:solidFill>
          <a:ln>
            <a:noFill/>
          </a:ln>
        </p:spPr>
        <p:txBody>
          <a:bodyPr lIns="0" tIns="0" rIns="0" bIns="0" anchor="ctr"/>
          <a:lstStyle/>
          <a:p>
            <a:pPr algn="ctr"/>
            <a:r>
              <a:rPr lang="en-US" sz="1800" b="1" dirty="0">
                <a:solidFill>
                  <a:srgbClr val="FFFFFF"/>
                </a:solidFill>
                <a:latin typeface="Eurostile"/>
              </a:rPr>
              <a:t>01</a:t>
            </a:r>
          </a:p>
        </p:txBody>
      </p:sp>
      <p:sp>
        <p:nvSpPr>
          <p:cNvPr id="21" name="Row Title 01"/>
          <p:cNvSpPr/>
          <p:nvPr/>
        </p:nvSpPr>
        <p:spPr>
          <a:xfrm>
            <a:off x="1485800" y="1773825"/>
            <a:ext cx="9000000" cy="380000"/>
          </a:xfrm>
          <a:prstGeom prst="rect">
            <a:avLst/>
          </a:prstGeom>
        </p:spPr>
        <p:txBody>
          <a:bodyPr wrap="square" lIns="91440" tIns="45720" rIns="91440" bIns="45720" anchor="t">
            <a:noAutofit/>
          </a:bodyPr>
          <a:lstStyle/>
          <a:p>
            <a:r>
              <a:rPr lang="en-US" sz="2000" b="1" dirty="0">
                <a:solidFill>
                  <a:srgbClr val="1A1A1A"/>
                </a:solidFill>
                <a:latin typeface="Eurostile"/>
              </a:rPr>
              <a:t>Introduction </a:t>
            </a:r>
            <a:endParaRPr lang="en-US" dirty="0"/>
          </a:p>
        </p:txBody>
      </p:sp>
      <p:sp>
        <p:nvSpPr>
          <p:cNvPr id="23" name="Badge 02"/>
          <p:cNvSpPr/>
          <p:nvPr/>
        </p:nvSpPr>
        <p:spPr>
          <a:xfrm>
            <a:off x="685800" y="2505000"/>
            <a:ext cx="550000" cy="550000"/>
          </a:xfrm>
          <a:prstGeom prst="ellipse">
            <a:avLst/>
          </a:prstGeom>
          <a:solidFill>
            <a:srgbClr val="123E8B"/>
          </a:solidFill>
          <a:ln>
            <a:noFill/>
          </a:ln>
        </p:spPr>
        <p:txBody>
          <a:bodyPr lIns="0" tIns="0" rIns="0" bIns="0" anchor="ctr"/>
          <a:lstStyle/>
          <a:p>
            <a:pPr algn="ctr"/>
            <a:r>
              <a:rPr lang="en-US" sz="1800" b="1" dirty="0">
                <a:solidFill>
                  <a:srgbClr val="FFFFFF"/>
                </a:solidFill>
                <a:latin typeface="Eurostile"/>
              </a:rPr>
              <a:t>02</a:t>
            </a:r>
          </a:p>
        </p:txBody>
      </p:sp>
      <p:sp>
        <p:nvSpPr>
          <p:cNvPr id="24" name="Row Title 02"/>
          <p:cNvSpPr/>
          <p:nvPr/>
        </p:nvSpPr>
        <p:spPr>
          <a:xfrm>
            <a:off x="1485800" y="2593825"/>
            <a:ext cx="9000000" cy="380000"/>
          </a:xfrm>
          <a:prstGeom prst="rect">
            <a:avLst/>
          </a:prstGeom>
        </p:spPr>
        <p:txBody>
          <a:bodyPr wrap="square" lIns="91440" tIns="45720" rIns="91440" bIns="45720" anchor="t">
            <a:noAutofit/>
          </a:bodyPr>
          <a:lstStyle/>
          <a:p>
            <a:r>
              <a:rPr lang="en-US" sz="2000" b="1" dirty="0">
                <a:solidFill>
                  <a:srgbClr val="1A1A1A"/>
                </a:solidFill>
                <a:latin typeface="Eurostile"/>
              </a:rPr>
              <a:t>Classic AUTOSAR Overview</a:t>
            </a:r>
            <a:endParaRPr lang="en-US" dirty="0"/>
          </a:p>
        </p:txBody>
      </p:sp>
      <p:sp>
        <p:nvSpPr>
          <p:cNvPr id="26" name="Badge 03"/>
          <p:cNvSpPr/>
          <p:nvPr/>
        </p:nvSpPr>
        <p:spPr>
          <a:xfrm>
            <a:off x="685800" y="3325000"/>
            <a:ext cx="550000" cy="550000"/>
          </a:xfrm>
          <a:prstGeom prst="ellipse">
            <a:avLst/>
          </a:prstGeom>
          <a:solidFill>
            <a:srgbClr val="123E8B"/>
          </a:solidFill>
          <a:ln>
            <a:noFill/>
          </a:ln>
        </p:spPr>
        <p:txBody>
          <a:bodyPr lIns="0" tIns="0" rIns="0" bIns="0" anchor="ctr"/>
          <a:lstStyle/>
          <a:p>
            <a:pPr algn="ctr"/>
            <a:r>
              <a:rPr lang="en-US" sz="1800" b="1" dirty="0">
                <a:solidFill>
                  <a:srgbClr val="FFFFFF"/>
                </a:solidFill>
                <a:latin typeface="Eurostile"/>
              </a:rPr>
              <a:t>03</a:t>
            </a:r>
          </a:p>
        </p:txBody>
      </p:sp>
      <p:sp>
        <p:nvSpPr>
          <p:cNvPr id="27" name="Row Title 03"/>
          <p:cNvSpPr/>
          <p:nvPr/>
        </p:nvSpPr>
        <p:spPr>
          <a:xfrm>
            <a:off x="1485800" y="3413825"/>
            <a:ext cx="9000000" cy="380000"/>
          </a:xfrm>
          <a:prstGeom prst="rect">
            <a:avLst/>
          </a:prstGeom>
        </p:spPr>
        <p:txBody>
          <a:bodyPr wrap="square" lIns="91440" tIns="45720" rIns="91440" bIns="45720" anchor="t">
            <a:noAutofit/>
          </a:bodyPr>
          <a:lstStyle/>
          <a:p>
            <a:r>
              <a:rPr lang="en-US" sz="2000" b="1" dirty="0">
                <a:solidFill>
                  <a:srgbClr val="1A1A1A"/>
                </a:solidFill>
                <a:latin typeface="Eurostile"/>
              </a:rPr>
              <a:t>Integration and AUTOSAR Sizing Challenges</a:t>
            </a:r>
            <a:endParaRPr lang="en-US" dirty="0"/>
          </a:p>
        </p:txBody>
      </p:sp>
      <p:sp>
        <p:nvSpPr>
          <p:cNvPr id="29" name="Badge 04"/>
          <p:cNvSpPr/>
          <p:nvPr/>
        </p:nvSpPr>
        <p:spPr>
          <a:xfrm>
            <a:off x="685800" y="4145000"/>
            <a:ext cx="550000" cy="550000"/>
          </a:xfrm>
          <a:prstGeom prst="ellipse">
            <a:avLst/>
          </a:prstGeom>
          <a:solidFill>
            <a:srgbClr val="123E8B"/>
          </a:solidFill>
          <a:ln>
            <a:noFill/>
          </a:ln>
        </p:spPr>
        <p:txBody>
          <a:bodyPr lIns="0" tIns="0" rIns="0" bIns="0" anchor="ctr"/>
          <a:lstStyle/>
          <a:p>
            <a:pPr algn="ctr"/>
            <a:r>
              <a:rPr lang="en-US" sz="1800" b="1" dirty="0">
                <a:solidFill>
                  <a:srgbClr val="FFFFFF"/>
                </a:solidFill>
                <a:latin typeface="Eurostile"/>
              </a:rPr>
              <a:t>04</a:t>
            </a:r>
          </a:p>
        </p:txBody>
      </p:sp>
      <p:sp>
        <p:nvSpPr>
          <p:cNvPr id="30" name="Row Title 04"/>
          <p:cNvSpPr/>
          <p:nvPr/>
        </p:nvSpPr>
        <p:spPr>
          <a:xfrm>
            <a:off x="1485800" y="4233825"/>
            <a:ext cx="9000000" cy="380000"/>
          </a:xfrm>
          <a:prstGeom prst="rect">
            <a:avLst/>
          </a:prstGeom>
        </p:spPr>
        <p:txBody>
          <a:bodyPr wrap="square" lIns="91440" tIns="45720" rIns="91440" bIns="45720" anchor="t">
            <a:noAutofit/>
          </a:bodyPr>
          <a:lstStyle/>
          <a:p>
            <a:r>
              <a:rPr lang="en-US" sz="2000" b="1" dirty="0">
                <a:solidFill>
                  <a:srgbClr val="1A1A1A"/>
                </a:solidFill>
                <a:latin typeface="Eurostile"/>
              </a:rPr>
              <a:t>Proposed Solution - Practical Tips for Code Generation</a:t>
            </a:r>
            <a:endParaRPr lang="en-US" dirty="0"/>
          </a:p>
        </p:txBody>
      </p:sp>
      <p:sp>
        <p:nvSpPr>
          <p:cNvPr id="32" name="Badge 05"/>
          <p:cNvSpPr/>
          <p:nvPr/>
        </p:nvSpPr>
        <p:spPr>
          <a:xfrm>
            <a:off x="685800" y="5669850"/>
            <a:ext cx="550000" cy="550000"/>
          </a:xfrm>
          <a:prstGeom prst="ellipse">
            <a:avLst/>
          </a:prstGeom>
          <a:solidFill>
            <a:srgbClr val="123E8B"/>
          </a:solidFill>
          <a:ln>
            <a:noFill/>
          </a:ln>
        </p:spPr>
        <p:txBody>
          <a:bodyPr lIns="0" tIns="0" rIns="0" bIns="0" anchor="ctr"/>
          <a:lstStyle/>
          <a:p>
            <a:pPr algn="ctr"/>
            <a:r>
              <a:rPr lang="en-US" b="1" dirty="0">
                <a:solidFill>
                  <a:srgbClr val="FFFFFF"/>
                </a:solidFill>
                <a:latin typeface="Eurostile"/>
              </a:rPr>
              <a:t>06</a:t>
            </a:r>
            <a:endParaRPr lang="en-US" sz="1800" b="1" dirty="0">
              <a:solidFill>
                <a:srgbClr val="FFFFFF"/>
              </a:solidFill>
              <a:latin typeface="Eurostile"/>
            </a:endParaRPr>
          </a:p>
        </p:txBody>
      </p:sp>
      <p:sp>
        <p:nvSpPr>
          <p:cNvPr id="33" name="Row Title 05"/>
          <p:cNvSpPr/>
          <p:nvPr/>
        </p:nvSpPr>
        <p:spPr>
          <a:xfrm>
            <a:off x="1485800" y="5758675"/>
            <a:ext cx="9000000" cy="380000"/>
          </a:xfrm>
          <a:prstGeom prst="rect">
            <a:avLst/>
          </a:prstGeom>
        </p:spPr>
        <p:txBody>
          <a:bodyPr wrap="square" lIns="91440" tIns="45720" rIns="91440" bIns="45720" anchor="t">
            <a:noAutofit/>
          </a:bodyPr>
          <a:lstStyle/>
          <a:p>
            <a:r>
              <a:rPr lang="en-US" sz="2000" b="1" dirty="0">
                <a:solidFill>
                  <a:srgbClr val="1A1A1A"/>
                </a:solidFill>
                <a:latin typeface="Eurostile"/>
              </a:rPr>
              <a:t>Key Takeaways - Q&amp;A</a:t>
            </a:r>
          </a:p>
        </p:txBody>
      </p:sp>
      <p:pic>
        <p:nvPicPr>
          <p:cNvPr id="80" name="Logo"/>
          <p:cNvPicPr>
            <a:picLocks noChangeAspect="1"/>
          </p:cNvPicPr>
          <p:nvPr/>
        </p:nvPicPr>
        <p:blipFill>
          <a:blip r:embed="rId2"/>
          <a:stretch>
            <a:fillRect/>
          </a:stretch>
        </p:blipFill>
        <p:spPr>
          <a:xfrm>
            <a:off x="10317480" y="6448901"/>
            <a:ext cx="1600200" cy="226219"/>
          </a:xfrm>
          <a:prstGeom prst="rect">
            <a:avLst/>
          </a:prstGeom>
        </p:spPr>
      </p:pic>
      <p:sp>
        <p:nvSpPr>
          <p:cNvPr id="81" name="Page Number"/>
          <p:cNvSpPr/>
          <p:nvPr/>
        </p:nvSpPr>
        <p:spPr>
          <a:xfrm>
            <a:off x="685800" y="6480810"/>
            <a:ext cx="900000" cy="300000"/>
          </a:xfrm>
          <a:prstGeom prst="rect">
            <a:avLst/>
          </a:prstGeom>
        </p:spPr>
        <p:txBody>
          <a:bodyPr/>
          <a:lstStyle/>
          <a:p>
            <a:fld id="{CF52B9C1-502B-0743-A000-5B48F70CA476}" type="slidenum">
              <a:rPr lang="en-US" sz="1200" smtClean="0">
                <a:solidFill>
                  <a:srgbClr val="999999"/>
                </a:solidFill>
                <a:latin typeface="Eurostile"/>
              </a:rPr>
              <a:t>2</a:t>
            </a:fld>
            <a:endParaRPr lang="en-US" sz="1200">
              <a:solidFill>
                <a:srgbClr val="999999"/>
              </a:solidFill>
              <a:latin typeface="Eurostile"/>
            </a:endParaRPr>
          </a:p>
        </p:txBody>
      </p:sp>
      <p:sp>
        <p:nvSpPr>
          <p:cNvPr id="2" name="Badge 05">
            <a:extLst>
              <a:ext uri="{FF2B5EF4-FFF2-40B4-BE49-F238E27FC236}">
                <a16:creationId xmlns:a16="http://schemas.microsoft.com/office/drawing/2014/main" id="{605705C3-49B7-6331-8F96-A192A01CCEDC}"/>
              </a:ext>
            </a:extLst>
          </p:cNvPr>
          <p:cNvSpPr/>
          <p:nvPr/>
        </p:nvSpPr>
        <p:spPr>
          <a:xfrm>
            <a:off x="676275" y="4907849"/>
            <a:ext cx="550000" cy="550000"/>
          </a:xfrm>
          <a:prstGeom prst="ellipse">
            <a:avLst/>
          </a:prstGeom>
          <a:solidFill>
            <a:srgbClr val="123E8B"/>
          </a:solidFill>
          <a:ln>
            <a:noFill/>
          </a:ln>
        </p:spPr>
        <p:txBody>
          <a:bodyPr lIns="0" tIns="0" rIns="0" bIns="0" anchor="ctr"/>
          <a:lstStyle/>
          <a:p>
            <a:pPr algn="ctr"/>
            <a:r>
              <a:rPr lang="en-US" sz="1800" b="1" dirty="0">
                <a:solidFill>
                  <a:srgbClr val="FFFFFF"/>
                </a:solidFill>
                <a:latin typeface="Eurostile"/>
              </a:rPr>
              <a:t>05</a:t>
            </a:r>
          </a:p>
        </p:txBody>
      </p:sp>
      <p:sp>
        <p:nvSpPr>
          <p:cNvPr id="3" name="Row Title 05">
            <a:extLst>
              <a:ext uri="{FF2B5EF4-FFF2-40B4-BE49-F238E27FC236}">
                <a16:creationId xmlns:a16="http://schemas.microsoft.com/office/drawing/2014/main" id="{2C8CD725-8EF8-56CA-14E5-992DDE0C5F06}"/>
              </a:ext>
            </a:extLst>
          </p:cNvPr>
          <p:cNvSpPr/>
          <p:nvPr/>
        </p:nvSpPr>
        <p:spPr>
          <a:xfrm>
            <a:off x="1476274" y="4996674"/>
            <a:ext cx="9000000" cy="380000"/>
          </a:xfrm>
          <a:prstGeom prst="rect">
            <a:avLst/>
          </a:prstGeom>
        </p:spPr>
        <p:txBody>
          <a:bodyPr wrap="square" lIns="91440" tIns="45720" rIns="91440" bIns="45720" anchor="t">
            <a:noAutofit/>
          </a:bodyPr>
          <a:lstStyle/>
          <a:p>
            <a:r>
              <a:rPr lang="en-US" sz="2000" b="1" dirty="0">
                <a:solidFill>
                  <a:srgbClr val="1A1A1A"/>
                </a:solidFill>
                <a:latin typeface="Eurostile"/>
              </a:rPr>
              <a:t>ETAS RTA-CAR Solution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10" name="Section Label"/>
          <p:cNvSpPr/>
          <p:nvPr/>
        </p:nvSpPr>
        <p:spPr>
          <a:xfrm>
            <a:off x="914400" y="2286000"/>
            <a:ext cx="6000000" cy="400000"/>
          </a:xfrm>
          <a:prstGeom prst="rect">
            <a:avLst/>
          </a:prstGeom>
        </p:spPr>
        <p:txBody>
          <a:bodyPr wrap="square" lIns="91440" tIns="45720" rIns="91440" bIns="45720" anchor="t">
            <a:noAutofit/>
          </a:bodyPr>
          <a:lstStyle/>
          <a:p>
            <a:r>
              <a:rPr lang="en-US" sz="1600" b="1" spc="200" dirty="0">
                <a:solidFill>
                  <a:srgbClr val="E50000"/>
                </a:solidFill>
                <a:latin typeface="Eurostile"/>
              </a:rPr>
              <a:t>SECTION 03</a:t>
            </a:r>
          </a:p>
        </p:txBody>
      </p:sp>
      <p:sp>
        <p:nvSpPr>
          <p:cNvPr id="11" name="Section Title"/>
          <p:cNvSpPr/>
          <p:nvPr/>
        </p:nvSpPr>
        <p:spPr>
          <a:xfrm>
            <a:off x="914400" y="2743200"/>
            <a:ext cx="10363200" cy="1500000"/>
          </a:xfrm>
          <a:prstGeom prst="rect">
            <a:avLst/>
          </a:prstGeom>
        </p:spPr>
        <p:txBody>
          <a:bodyPr wrap="square" lIns="91440" tIns="45720" rIns="91440" bIns="45720" anchor="t">
            <a:noAutofit/>
          </a:bodyPr>
          <a:lstStyle/>
          <a:p>
            <a:r>
              <a:rPr lang="en-US" sz="3600" dirty="0">
                <a:solidFill>
                  <a:srgbClr val="FFFFFF"/>
                </a:solidFill>
                <a:latin typeface="Arial"/>
                <a:cs typeface="Arial"/>
              </a:rPr>
              <a:t>Practical tips for designers &amp; integrators</a:t>
            </a:r>
            <a:endParaRPr lang="en-US" dirty="0"/>
          </a:p>
        </p:txBody>
      </p:sp>
      <p:sp>
        <p:nvSpPr>
          <p:cNvPr id="12" name="Section Subtitle"/>
          <p:cNvSpPr/>
          <p:nvPr/>
        </p:nvSpPr>
        <p:spPr>
          <a:xfrm>
            <a:off x="914400" y="4244454"/>
            <a:ext cx="10831492" cy="329403"/>
          </a:xfrm>
          <a:prstGeom prst="rect">
            <a:avLst/>
          </a:prstGeom>
        </p:spPr>
        <p:txBody>
          <a:bodyPr wrap="square" lIns="91440" tIns="45720" rIns="91440" bIns="45720" anchor="t">
            <a:noAutofit/>
          </a:bodyPr>
          <a:lstStyle/>
          <a:p>
            <a:r>
              <a:rPr lang="en-US" sz="2400" dirty="0">
                <a:solidFill>
                  <a:srgbClr val="FFFFFF"/>
                </a:solidFill>
                <a:latin typeface="Arial"/>
                <a:cs typeface="Arial"/>
              </a:rPr>
              <a:t>Tips to reduce memory usage and leverage our efficient code generation</a:t>
            </a:r>
            <a:endParaRPr lang="en-US" dirty="0"/>
          </a:p>
          <a:p>
            <a:endParaRPr lang="en-US" sz="2400" dirty="0">
              <a:solidFill>
                <a:srgbClr val="FFFFFF"/>
              </a:solidFill>
              <a:latin typeface="Arial"/>
              <a:cs typeface="Arial"/>
            </a:endParaRPr>
          </a:p>
          <a:p>
            <a:endParaRPr lang="en-US" sz="1800" dirty="0">
              <a:solidFill>
                <a:srgbClr val="CADCFC"/>
              </a:solidFill>
              <a:latin typeface="Eurostile"/>
            </a:endParaRPr>
          </a:p>
        </p:txBody>
      </p:sp>
      <p:cxnSp>
        <p:nvCxnSpPr>
          <p:cNvPr id="13" name="Accent Line"/>
          <p:cNvCxnSpPr/>
          <p:nvPr/>
        </p:nvCxnSpPr>
        <p:spPr>
          <a:xfrm>
            <a:off x="914400" y="1828800"/>
            <a:ext cx="914400" cy="0"/>
          </a:xfrm>
          <a:prstGeom prst="line">
            <a:avLst/>
          </a:prstGeom>
          <a:ln w="38100">
            <a:solidFill>
              <a:srgbClr val="E50000"/>
            </a:solidFill>
          </a:ln>
        </p:spPr>
      </p:cxnSp>
      <p:sp>
        <p:nvSpPr>
          <p:cNvPr id="80" name="Wordmark"/>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p:cNvSpPr/>
          <p:nvPr/>
        </p:nvSpPr>
        <p:spPr>
          <a:xfrm>
            <a:off x="914400" y="6480810"/>
            <a:ext cx="900000" cy="300000"/>
          </a:xfrm>
          <a:prstGeom prst="rect">
            <a:avLst/>
          </a:prstGeom>
        </p:spPr>
        <p:txBody>
          <a:bodyPr/>
          <a:lstStyle/>
          <a:p>
            <a:fld id="{CF52B9C1-502B-0743-A000-5B48F70CA477}" type="slidenum">
              <a:rPr lang="en-US" sz="1200" smtClean="0">
                <a:solidFill>
                  <a:srgbClr val="8FA3BF"/>
                </a:solidFill>
                <a:latin typeface="Eurostile"/>
              </a:rPr>
              <a:t>3</a:t>
            </a:fld>
            <a:endParaRPr lang="en-US" sz="1200">
              <a:solidFill>
                <a:srgbClr val="8FA3BF"/>
              </a:solidFill>
              <a:latin typeface="Eurosti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7E753-4A4C-692D-968D-9D679216A9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06A3C8-D380-1A78-A4DD-A79833417E59}"/>
              </a:ext>
            </a:extLst>
          </p:cNvPr>
          <p:cNvSpPr>
            <a:spLocks noGrp="1"/>
          </p:cNvSpPr>
          <p:nvPr>
            <p:ph type="title"/>
          </p:nvPr>
        </p:nvSpPr>
        <p:spPr>
          <a:xfrm>
            <a:off x="266700" y="717550"/>
            <a:ext cx="10515600" cy="392113"/>
          </a:xfrm>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CA" noProof="0" dirty="0"/>
              <a:t>Complexity in automotive software development </a:t>
            </a:r>
          </a:p>
        </p:txBody>
      </p:sp>
      <p:sp>
        <p:nvSpPr>
          <p:cNvPr id="4" name="Text Placeholder 3">
            <a:extLst>
              <a:ext uri="{FF2B5EF4-FFF2-40B4-BE49-F238E27FC236}">
                <a16:creationId xmlns:a16="http://schemas.microsoft.com/office/drawing/2014/main" id="{2FA5B649-03A9-0387-1DE0-9ED67CA113D9}"/>
              </a:ext>
            </a:extLst>
          </p:cNvPr>
          <p:cNvSpPr>
            <a:spLocks noGrp="1"/>
          </p:cNvSpPr>
          <p:nvPr>
            <p:ph type="body" sz="quarter" idx="15"/>
          </p:nvPr>
        </p:nvSpPr>
        <p:spPr/>
        <p:txBody>
          <a:bodyPr vert="horz" lIns="0" tIns="0" rIns="0" bIns="0" rtlCol="0" anchor="t">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914400"/>
            <a:r>
              <a:rPr lang="en-CA" sz="2800" dirty="0">
                <a:solidFill>
                  <a:srgbClr val="164293"/>
                </a:solidFill>
                <a:latin typeface="Arial"/>
                <a:cs typeface="Arial"/>
              </a:rPr>
              <a:t>Brief History of Automotive Software</a:t>
            </a:r>
          </a:p>
        </p:txBody>
      </p:sp>
      <p:sp>
        <p:nvSpPr>
          <p:cNvPr id="6" name="Text Placeholder 2">
            <a:extLst>
              <a:ext uri="{FF2B5EF4-FFF2-40B4-BE49-F238E27FC236}">
                <a16:creationId xmlns:a16="http://schemas.microsoft.com/office/drawing/2014/main" id="{5A99862A-6748-E4D7-04C6-4EDAD28ED6E1}"/>
              </a:ext>
            </a:extLst>
          </p:cNvPr>
          <p:cNvSpPr txBox="1">
            <a:spLocks/>
          </p:cNvSpPr>
          <p:nvPr/>
        </p:nvSpPr>
        <p:spPr>
          <a:xfrm>
            <a:off x="304338" y="1827861"/>
            <a:ext cx="11590981" cy="4250301"/>
          </a:xfrm>
          <a:prstGeom prst="rect">
            <a:avLst/>
          </a:prstGeom>
        </p:spPr>
        <p:txBody>
          <a:bodyPr vert="horz" lIns="0" tIns="0" rIns="0" bIns="0" rtlCol="0">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Font typeface="Arial" panose="020B0604020202020204" pitchFamily="34" charset="0"/>
              <a:buNone/>
            </a:pPr>
            <a:r>
              <a:rPr lang="en-CA" sz="2224" noProof="0" dirty="0"/>
              <a:t>Use of Software in Automotive</a:t>
            </a:r>
          </a:p>
          <a:p>
            <a:pPr marL="0" indent="0">
              <a:buFont typeface="Arial" panose="020B0604020202020204" pitchFamily="34" charset="0"/>
              <a:buNone/>
            </a:pPr>
            <a:endParaRPr lang="en-CA" sz="2224" noProof="0" dirty="0"/>
          </a:p>
          <a:p>
            <a:pPr marL="0" indent="0">
              <a:buFont typeface="Arial" panose="020B0604020202020204" pitchFamily="34" charset="0"/>
              <a:buNone/>
            </a:pPr>
            <a:endParaRPr lang="en-CA" sz="2224" noProof="0" dirty="0"/>
          </a:p>
        </p:txBody>
      </p:sp>
      <p:grpSp>
        <p:nvGrpSpPr>
          <p:cNvPr id="8" name="Group 5">
            <a:extLst>
              <a:ext uri="{FF2B5EF4-FFF2-40B4-BE49-F238E27FC236}">
                <a16:creationId xmlns:a16="http://schemas.microsoft.com/office/drawing/2014/main" id="{1652DA58-3FAA-6408-82A9-9DB20B15BC1F}"/>
              </a:ext>
            </a:extLst>
          </p:cNvPr>
          <p:cNvGrpSpPr>
            <a:grpSpLocks/>
          </p:cNvGrpSpPr>
          <p:nvPr/>
        </p:nvGrpSpPr>
        <p:grpSpPr bwMode="auto">
          <a:xfrm>
            <a:off x="750493" y="2306756"/>
            <a:ext cx="3132948" cy="2493785"/>
            <a:chOff x="534" y="1030"/>
            <a:chExt cx="1676" cy="1133"/>
          </a:xfrm>
        </p:grpSpPr>
        <p:sp>
          <p:nvSpPr>
            <p:cNvPr id="9" name="AutoShape 6">
              <a:extLst>
                <a:ext uri="{FF2B5EF4-FFF2-40B4-BE49-F238E27FC236}">
                  <a16:creationId xmlns:a16="http://schemas.microsoft.com/office/drawing/2014/main" id="{F04B9AA6-81D5-7081-7D2D-B4BEFDBE75A6}"/>
                </a:ext>
              </a:extLst>
            </p:cNvPr>
            <p:cNvSpPr>
              <a:spLocks noChangeArrowheads="1"/>
            </p:cNvSpPr>
            <p:nvPr>
              <p:custDataLst>
                <p:tags r:id="rId1"/>
              </p:custDataLst>
            </p:nvPr>
          </p:nvSpPr>
          <p:spPr bwMode="auto">
            <a:xfrm>
              <a:off x="719" y="1573"/>
              <a:ext cx="419" cy="318"/>
            </a:xfrm>
            <a:custGeom>
              <a:avLst/>
              <a:gdLst>
                <a:gd name="T0" fmla="*/ 7 w 21600"/>
                <a:gd name="T1" fmla="*/ 2 h 21600"/>
                <a:gd name="T2" fmla="*/ 4 w 21600"/>
                <a:gd name="T3" fmla="*/ 5 h 21600"/>
                <a:gd name="T4" fmla="*/ 1 w 21600"/>
                <a:gd name="T5" fmla="*/ 2 h 21600"/>
                <a:gd name="T6" fmla="*/ 4 w 21600"/>
                <a:gd name="T7" fmla="*/ 0 h 21600"/>
                <a:gd name="T8" fmla="*/ 0 60000 65536"/>
                <a:gd name="T9" fmla="*/ 0 60000 65536"/>
                <a:gd name="T10" fmla="*/ 0 60000 65536"/>
                <a:gd name="T11" fmla="*/ 0 60000 65536"/>
                <a:gd name="T12" fmla="*/ 4485 w 21600"/>
                <a:gd name="T13" fmla="*/ 4483 h 21600"/>
                <a:gd name="T14" fmla="*/ 17115 w 21600"/>
                <a:gd name="T15" fmla="*/ 1711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tx1">
                <a:lumMod val="75000"/>
                <a:lumOff val="2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0" name="Rectangle 7">
              <a:extLst>
                <a:ext uri="{FF2B5EF4-FFF2-40B4-BE49-F238E27FC236}">
                  <a16:creationId xmlns:a16="http://schemas.microsoft.com/office/drawing/2014/main" id="{2B7BC549-6D30-24B9-F140-C2FEBB1BF90E}"/>
                </a:ext>
              </a:extLst>
            </p:cNvPr>
            <p:cNvSpPr>
              <a:spLocks noChangeArrowheads="1"/>
            </p:cNvSpPr>
            <p:nvPr>
              <p:custDataLst>
                <p:tags r:id="rId2"/>
              </p:custDataLst>
            </p:nvPr>
          </p:nvSpPr>
          <p:spPr bwMode="auto">
            <a:xfrm>
              <a:off x="1347" y="1573"/>
              <a:ext cx="251" cy="318"/>
            </a:xfrm>
            <a:prstGeom prst="rect">
              <a:avLst/>
            </a:prstGeom>
            <a:solidFill>
              <a:schemeClr val="tx1">
                <a:lumMod val="75000"/>
                <a:lumOff val="2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1" name="AutoShape 8">
              <a:extLst>
                <a:ext uri="{FF2B5EF4-FFF2-40B4-BE49-F238E27FC236}">
                  <a16:creationId xmlns:a16="http://schemas.microsoft.com/office/drawing/2014/main" id="{7ADC84E6-A20D-B95F-2598-502276B38659}"/>
                </a:ext>
              </a:extLst>
            </p:cNvPr>
            <p:cNvSpPr>
              <a:spLocks noChangeArrowheads="1"/>
            </p:cNvSpPr>
            <p:nvPr>
              <p:custDataLst>
                <p:tags r:id="rId3"/>
              </p:custDataLst>
            </p:nvPr>
          </p:nvSpPr>
          <p:spPr bwMode="auto">
            <a:xfrm flipH="1">
              <a:off x="1690" y="1573"/>
              <a:ext cx="251" cy="318"/>
            </a:xfrm>
            <a:prstGeom prst="rtTriangle">
              <a:avLst/>
            </a:prstGeom>
            <a:solidFill>
              <a:schemeClr val="tx1">
                <a:lumMod val="75000"/>
                <a:lumOff val="2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2" name="Rectangle 9">
              <a:extLst>
                <a:ext uri="{FF2B5EF4-FFF2-40B4-BE49-F238E27FC236}">
                  <a16:creationId xmlns:a16="http://schemas.microsoft.com/office/drawing/2014/main" id="{8D9555C7-BA40-71E0-17DB-8DCABD064051}"/>
                </a:ext>
              </a:extLst>
            </p:cNvPr>
            <p:cNvSpPr>
              <a:spLocks noChangeArrowheads="1"/>
            </p:cNvSpPr>
            <p:nvPr>
              <p:custDataLst>
                <p:tags r:id="rId4"/>
              </p:custDataLst>
            </p:nvPr>
          </p:nvSpPr>
          <p:spPr bwMode="auto">
            <a:xfrm>
              <a:off x="534" y="1891"/>
              <a:ext cx="1676" cy="272"/>
            </a:xfrm>
            <a:prstGeom prst="rect">
              <a:avLst/>
            </a:prstGeom>
            <a:solidFill>
              <a:schemeClr val="tx1">
                <a:lumMod val="75000"/>
                <a:lumOff val="2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09" tIns="52004" rIns="100009" bIns="52004"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eaLnBrk="0" hangingPunct="0">
                <a:spcBef>
                  <a:spcPct val="50000"/>
                </a:spcBef>
              </a:pPr>
              <a:r>
                <a:rPr lang="en-CA" sz="1778" b="1" noProof="0" dirty="0">
                  <a:solidFill>
                    <a:schemeClr val="bg1"/>
                  </a:solidFill>
                  <a:latin typeface="Bosch Office Sans"/>
                </a:rPr>
                <a:t>Hardware</a:t>
              </a:r>
            </a:p>
          </p:txBody>
        </p:sp>
        <p:sp>
          <p:nvSpPr>
            <p:cNvPr id="13" name="AutoShape 10">
              <a:extLst>
                <a:ext uri="{FF2B5EF4-FFF2-40B4-BE49-F238E27FC236}">
                  <a16:creationId xmlns:a16="http://schemas.microsoft.com/office/drawing/2014/main" id="{53AC9AC6-87C7-1967-6110-8E5F46CAB8DA}"/>
                </a:ext>
              </a:extLst>
            </p:cNvPr>
            <p:cNvSpPr>
              <a:spLocks noChangeArrowheads="1"/>
            </p:cNvSpPr>
            <p:nvPr>
              <p:custDataLst>
                <p:tags r:id="rId5"/>
              </p:custDataLst>
            </p:nvPr>
          </p:nvSpPr>
          <p:spPr bwMode="auto">
            <a:xfrm>
              <a:off x="534" y="1301"/>
              <a:ext cx="209" cy="499"/>
            </a:xfrm>
            <a:prstGeom prst="rtTriangle">
              <a:avLst/>
            </a:prstGeom>
            <a:solidFill>
              <a:schemeClr val="bg1">
                <a:lumMod val="6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4" name="Rectangle 11">
              <a:extLst>
                <a:ext uri="{FF2B5EF4-FFF2-40B4-BE49-F238E27FC236}">
                  <a16:creationId xmlns:a16="http://schemas.microsoft.com/office/drawing/2014/main" id="{2C1D6188-8EC2-6B88-26EE-FCD05F08975D}"/>
                </a:ext>
              </a:extLst>
            </p:cNvPr>
            <p:cNvSpPr>
              <a:spLocks noChangeArrowheads="1"/>
            </p:cNvSpPr>
            <p:nvPr>
              <p:custDataLst>
                <p:tags r:id="rId6"/>
              </p:custDataLst>
            </p:nvPr>
          </p:nvSpPr>
          <p:spPr bwMode="auto">
            <a:xfrm>
              <a:off x="2000" y="1391"/>
              <a:ext cx="210" cy="409"/>
            </a:xfrm>
            <a:prstGeom prst="rect">
              <a:avLst/>
            </a:prstGeom>
            <a:solidFill>
              <a:schemeClr val="bg1">
                <a:lumMod val="6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5" name="AutoShape 12">
              <a:extLst>
                <a:ext uri="{FF2B5EF4-FFF2-40B4-BE49-F238E27FC236}">
                  <a16:creationId xmlns:a16="http://schemas.microsoft.com/office/drawing/2014/main" id="{6A699D6B-025F-4F2C-672F-0C8AD47568E6}"/>
                </a:ext>
              </a:extLst>
            </p:cNvPr>
            <p:cNvSpPr>
              <a:spLocks noChangeArrowheads="1"/>
            </p:cNvSpPr>
            <p:nvPr>
              <p:custDataLst>
                <p:tags r:id="rId7"/>
              </p:custDataLst>
            </p:nvPr>
          </p:nvSpPr>
          <p:spPr bwMode="auto">
            <a:xfrm flipH="1">
              <a:off x="1121" y="1301"/>
              <a:ext cx="168" cy="499"/>
            </a:xfrm>
            <a:prstGeom prst="rtTriangle">
              <a:avLst/>
            </a:prstGeom>
            <a:solidFill>
              <a:schemeClr val="bg1">
                <a:lumMod val="6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6" name="AutoShape 13">
              <a:extLst>
                <a:ext uri="{FF2B5EF4-FFF2-40B4-BE49-F238E27FC236}">
                  <a16:creationId xmlns:a16="http://schemas.microsoft.com/office/drawing/2014/main" id="{BDEE25C5-FACE-A017-5A99-B2C64706A887}"/>
                </a:ext>
              </a:extLst>
            </p:cNvPr>
            <p:cNvSpPr>
              <a:spLocks noChangeArrowheads="1"/>
            </p:cNvSpPr>
            <p:nvPr>
              <p:custDataLst>
                <p:tags r:id="rId8"/>
              </p:custDataLst>
            </p:nvPr>
          </p:nvSpPr>
          <p:spPr bwMode="auto">
            <a:xfrm rot="10800000" flipH="1">
              <a:off x="1649" y="1374"/>
              <a:ext cx="334" cy="454"/>
            </a:xfrm>
            <a:prstGeom prst="rtTriangle">
              <a:avLst/>
            </a:prstGeom>
            <a:solidFill>
              <a:schemeClr val="bg1">
                <a:lumMod val="6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26" tIns="52013" rIns="100026" bIns="52013" anchor="ctr">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17" name="Rectangle 14">
              <a:extLst>
                <a:ext uri="{FF2B5EF4-FFF2-40B4-BE49-F238E27FC236}">
                  <a16:creationId xmlns:a16="http://schemas.microsoft.com/office/drawing/2014/main" id="{40301E75-0DFA-B704-B3C5-AEE26AF1DFB7}"/>
                </a:ext>
              </a:extLst>
            </p:cNvPr>
            <p:cNvSpPr>
              <a:spLocks noChangeArrowheads="1"/>
            </p:cNvSpPr>
            <p:nvPr>
              <p:custDataLst>
                <p:tags r:id="rId9"/>
              </p:custDataLst>
            </p:nvPr>
          </p:nvSpPr>
          <p:spPr bwMode="auto">
            <a:xfrm>
              <a:off x="534" y="1030"/>
              <a:ext cx="1676" cy="498"/>
            </a:xfrm>
            <a:prstGeom prst="rect">
              <a:avLst/>
            </a:prstGeom>
            <a:solidFill>
              <a:schemeClr val="bg1">
                <a:lumMod val="65000"/>
              </a:schemeClr>
            </a:solidFill>
            <a:ln>
              <a:noFill/>
            </a:ln>
            <a:effectLst/>
            <a:extLs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09" tIns="52004" rIns="100009" bIns="52004"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eaLnBrk="0" hangingPunct="0">
                <a:spcBef>
                  <a:spcPct val="50000"/>
                </a:spcBef>
              </a:pPr>
              <a:r>
                <a:rPr lang="en-CA" sz="1778" b="1" noProof="0" dirty="0">
                  <a:latin typeface="Bosch Office Sans"/>
                </a:rPr>
                <a:t>Software</a:t>
              </a:r>
            </a:p>
          </p:txBody>
        </p:sp>
      </p:grpSp>
      <p:sp>
        <p:nvSpPr>
          <p:cNvPr id="18" name="TextBox 17">
            <a:extLst>
              <a:ext uri="{FF2B5EF4-FFF2-40B4-BE49-F238E27FC236}">
                <a16:creationId xmlns:a16="http://schemas.microsoft.com/office/drawing/2014/main" id="{1EF6BD79-BEF0-9E8D-37B5-8B6A6B0F90EC}"/>
              </a:ext>
            </a:extLst>
          </p:cNvPr>
          <p:cNvSpPr txBox="1"/>
          <p:nvPr/>
        </p:nvSpPr>
        <p:spPr>
          <a:xfrm>
            <a:off x="265459" y="5085959"/>
            <a:ext cx="4262814" cy="706785"/>
          </a:xfrm>
          <a:prstGeom prst="rect">
            <a:avLst/>
          </a:prstGeom>
          <a:noFill/>
        </p:spPr>
        <p:txBody>
          <a:bodyPr wrap="square">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ct val="110000"/>
              </a:lnSpc>
            </a:pPr>
            <a:r>
              <a:rPr lang="en-CA" sz="1223" noProof="0" dirty="0"/>
              <a:t>No common architectural  standard …</a:t>
            </a:r>
          </a:p>
          <a:p>
            <a:pPr lvl="1">
              <a:lnSpc>
                <a:spcPct val="110000"/>
              </a:lnSpc>
              <a:spcBef>
                <a:spcPct val="0"/>
              </a:spcBef>
            </a:pPr>
            <a:r>
              <a:rPr lang="en-CA" sz="1223" noProof="0" dirty="0"/>
              <a:t>…so every company invented its own solutions…</a:t>
            </a:r>
          </a:p>
          <a:p>
            <a:pPr lvl="1">
              <a:lnSpc>
                <a:spcPct val="110000"/>
              </a:lnSpc>
            </a:pPr>
            <a:r>
              <a:rPr lang="en-CA" sz="1223" noProof="0" dirty="0"/>
              <a:t>…and everyone thinks theirs is “the best”</a:t>
            </a:r>
          </a:p>
        </p:txBody>
      </p:sp>
      <p:grpSp>
        <p:nvGrpSpPr>
          <p:cNvPr id="2" name="Group 1">
            <a:extLst>
              <a:ext uri="{FF2B5EF4-FFF2-40B4-BE49-F238E27FC236}">
                <a16:creationId xmlns:a16="http://schemas.microsoft.com/office/drawing/2014/main" id="{1D3A6C4E-2940-E96E-223E-3C59864823EE}"/>
              </a:ext>
            </a:extLst>
          </p:cNvPr>
          <p:cNvGrpSpPr/>
          <p:nvPr/>
        </p:nvGrpSpPr>
        <p:grpSpPr>
          <a:xfrm>
            <a:off x="4597994" y="1049062"/>
            <a:ext cx="7209982" cy="5028978"/>
            <a:chOff x="803315" y="665050"/>
            <a:chExt cx="7209982" cy="5028978"/>
          </a:xfrm>
        </p:grpSpPr>
        <p:grpSp>
          <p:nvGrpSpPr>
            <p:cNvPr id="5" name="Group 4">
              <a:extLst>
                <a:ext uri="{FF2B5EF4-FFF2-40B4-BE49-F238E27FC236}">
                  <a16:creationId xmlns:a16="http://schemas.microsoft.com/office/drawing/2014/main" id="{CFE155D4-B964-F7C9-A383-1B79820F10D8}"/>
                </a:ext>
              </a:extLst>
            </p:cNvPr>
            <p:cNvGrpSpPr/>
            <p:nvPr/>
          </p:nvGrpSpPr>
          <p:grpSpPr>
            <a:xfrm>
              <a:off x="803315" y="665050"/>
              <a:ext cx="7209982" cy="5028978"/>
              <a:chOff x="611559" y="665050"/>
              <a:chExt cx="7209982" cy="5028978"/>
            </a:xfrm>
          </p:grpSpPr>
          <p:sp>
            <p:nvSpPr>
              <p:cNvPr id="20" name="Shape 19">
                <a:extLst>
                  <a:ext uri="{FF2B5EF4-FFF2-40B4-BE49-F238E27FC236}">
                    <a16:creationId xmlns:a16="http://schemas.microsoft.com/office/drawing/2014/main" id="{047F38AF-A036-3142-1546-E12291DE35E1}"/>
                  </a:ext>
                </a:extLst>
              </p:cNvPr>
              <p:cNvSpPr/>
              <p:nvPr/>
            </p:nvSpPr>
            <p:spPr>
              <a:xfrm rot="5400000" flipH="1">
                <a:off x="2399960" y="272447"/>
                <a:ext cx="3633180" cy="7209982"/>
              </a:xfrm>
              <a:prstGeom prst="swooshArrow">
                <a:avLst>
                  <a:gd name="adj1" fmla="val 25000"/>
                  <a:gd name="adj2" fmla="val 25987"/>
                </a:avLst>
              </a:prstGeom>
              <a:gradFill flip="none" rotWithShape="1">
                <a:gsLst>
                  <a:gs pos="0">
                    <a:schemeClr val="tx2"/>
                  </a:gs>
                  <a:gs pos="100000">
                    <a:schemeClr val="accent2"/>
                  </a:gs>
                </a:gsLst>
                <a:lin ang="0" scaled="1"/>
                <a:tileRect/>
              </a:gradFill>
            </p:spPr>
            <p:style>
              <a:lnRef idx="0">
                <a:srgbClr val="164293"/>
              </a:lnRef>
              <a:fillRef idx="3">
                <a:srgbClr val="164293"/>
              </a:fillRef>
              <a:effectRef idx="3">
                <a:srgbClr val="164293"/>
              </a:effectRef>
              <a:fontRef idx="minor">
                <a:schemeClr val="lt1"/>
              </a:fontRef>
            </p:style>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21" name="Oval 20">
                <a:extLst>
                  <a:ext uri="{FF2B5EF4-FFF2-40B4-BE49-F238E27FC236}">
                    <a16:creationId xmlns:a16="http://schemas.microsoft.com/office/drawing/2014/main" id="{0FF73E23-682B-7436-FCB1-F8A7CD35B008}"/>
                  </a:ext>
                </a:extLst>
              </p:cNvPr>
              <p:cNvSpPr>
                <a:spLocks noChangeAspect="1"/>
              </p:cNvSpPr>
              <p:nvPr/>
            </p:nvSpPr>
            <p:spPr>
              <a:xfrm>
                <a:off x="2561736" y="5189118"/>
                <a:ext cx="132114" cy="132114"/>
              </a:xfrm>
              <a:prstGeom prst="ellipse">
                <a:avLst/>
              </a:prstGeom>
              <a:gradFill flip="none" rotWithShape="1">
                <a:gsLst>
                  <a:gs pos="0">
                    <a:srgbClr val="798189"/>
                  </a:gs>
                  <a:gs pos="48000">
                    <a:srgbClr val="BFC3C7"/>
                  </a:gs>
                  <a:gs pos="100000">
                    <a:srgbClr val="D7DADC"/>
                  </a:gs>
                </a:gsLst>
                <a:lin ang="16200000" scaled="1"/>
                <a:tileRect/>
              </a:gra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22" name="Freeform 13">
                <a:extLst>
                  <a:ext uri="{FF2B5EF4-FFF2-40B4-BE49-F238E27FC236}">
                    <a16:creationId xmlns:a16="http://schemas.microsoft.com/office/drawing/2014/main" id="{7DE9EDD5-E717-E313-EF96-0A9F13DAC5DF}"/>
                  </a:ext>
                </a:extLst>
              </p:cNvPr>
              <p:cNvSpPr/>
              <p:nvPr/>
            </p:nvSpPr>
            <p:spPr>
              <a:xfrm>
                <a:off x="2561736" y="3428131"/>
                <a:ext cx="1830243" cy="1339596"/>
              </a:xfrm>
              <a:custGeom>
                <a:avLst/>
                <a:gdLst>
                  <a:gd name="connsiteX0" fmla="*/ 0 w 1390111"/>
                  <a:gd name="connsiteY0" fmla="*/ 0 h 1890717"/>
                  <a:gd name="connsiteX1" fmla="*/ 1390111 w 1390111"/>
                  <a:gd name="connsiteY1" fmla="*/ 0 h 1890717"/>
                  <a:gd name="connsiteX2" fmla="*/ 1390111 w 1390111"/>
                  <a:gd name="connsiteY2" fmla="*/ 1890717 h 1890717"/>
                  <a:gd name="connsiteX3" fmla="*/ 0 w 1390111"/>
                  <a:gd name="connsiteY3" fmla="*/ 1890717 h 1890717"/>
                  <a:gd name="connsiteX4" fmla="*/ 0 w 1390111"/>
                  <a:gd name="connsiteY4" fmla="*/ 0 h 1890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111" h="1890717">
                    <a:moveTo>
                      <a:pt x="0" y="0"/>
                    </a:moveTo>
                    <a:lnTo>
                      <a:pt x="1390111" y="0"/>
                    </a:lnTo>
                    <a:lnTo>
                      <a:pt x="1390111" y="1890717"/>
                    </a:lnTo>
                    <a:lnTo>
                      <a:pt x="0" y="189071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0303" tIns="0" rIns="0" bIns="0" numCol="1" spcCol="1270" anchor="t" anchorCtr="0">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800130">
                  <a:lnSpc>
                    <a:spcPct val="90000"/>
                  </a:lnSpc>
                  <a:spcBef>
                    <a:spcPct val="0"/>
                  </a:spcBef>
                  <a:spcAft>
                    <a:spcPct val="35000"/>
                  </a:spcAft>
                </a:pPr>
                <a:r>
                  <a:rPr lang="en-CA" sz="1556" b="1" noProof="0" dirty="0">
                    <a:solidFill>
                      <a:srgbClr val="000000"/>
                    </a:solidFill>
                  </a:rPr>
                  <a:t>1990</a:t>
                </a:r>
              </a:p>
              <a:p>
                <a:pPr marL="114304" lvl="1" indent="-114304" defTabSz="622324">
                  <a:lnSpc>
                    <a:spcPct val="90000"/>
                  </a:lnSpc>
                  <a:spcBef>
                    <a:spcPct val="0"/>
                  </a:spcBef>
                  <a:spcAft>
                    <a:spcPct val="15000"/>
                  </a:spcAft>
                  <a:buChar char="••"/>
                </a:pPr>
                <a:r>
                  <a:rPr lang="en-CA" sz="1334" noProof="0" dirty="0">
                    <a:solidFill>
                      <a:srgbClr val="000000"/>
                    </a:solidFill>
                  </a:rPr>
                  <a:t>Growth of infotainment</a:t>
                </a:r>
              </a:p>
              <a:p>
                <a:pPr marL="114304" lvl="1" indent="-114304" defTabSz="622324">
                  <a:lnSpc>
                    <a:spcPct val="90000"/>
                  </a:lnSpc>
                  <a:spcBef>
                    <a:spcPct val="0"/>
                  </a:spcBef>
                  <a:spcAft>
                    <a:spcPct val="15000"/>
                  </a:spcAft>
                  <a:buChar char="••"/>
                </a:pPr>
                <a:r>
                  <a:rPr lang="en-CA" sz="1334" noProof="0" dirty="0">
                    <a:solidFill>
                      <a:srgbClr val="000000"/>
                    </a:solidFill>
                  </a:rPr>
                  <a:t>SW widely used for engine &amp; chassis control</a:t>
                </a:r>
              </a:p>
            </p:txBody>
          </p:sp>
          <p:sp>
            <p:nvSpPr>
              <p:cNvPr id="23" name="Freeform 11">
                <a:extLst>
                  <a:ext uri="{FF2B5EF4-FFF2-40B4-BE49-F238E27FC236}">
                    <a16:creationId xmlns:a16="http://schemas.microsoft.com/office/drawing/2014/main" id="{A3C5F549-0161-77E1-8F49-4CCF2F49DB7A}"/>
                  </a:ext>
                </a:extLst>
              </p:cNvPr>
              <p:cNvSpPr/>
              <p:nvPr/>
            </p:nvSpPr>
            <p:spPr>
              <a:xfrm>
                <a:off x="789461" y="4356707"/>
                <a:ext cx="3096840" cy="984662"/>
              </a:xfrm>
              <a:custGeom>
                <a:avLst/>
                <a:gdLst>
                  <a:gd name="connsiteX0" fmla="*/ 0 w 1631397"/>
                  <a:gd name="connsiteY0" fmla="*/ 0 h 984662"/>
                  <a:gd name="connsiteX1" fmla="*/ 1631397 w 1631397"/>
                  <a:gd name="connsiteY1" fmla="*/ 0 h 984662"/>
                  <a:gd name="connsiteX2" fmla="*/ 1631397 w 1631397"/>
                  <a:gd name="connsiteY2" fmla="*/ 984662 h 984662"/>
                  <a:gd name="connsiteX3" fmla="*/ 0 w 1631397"/>
                  <a:gd name="connsiteY3" fmla="*/ 984662 h 984662"/>
                  <a:gd name="connsiteX4" fmla="*/ 0 w 1631397"/>
                  <a:gd name="connsiteY4" fmla="*/ 0 h 984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1397" h="984662">
                    <a:moveTo>
                      <a:pt x="0" y="0"/>
                    </a:moveTo>
                    <a:lnTo>
                      <a:pt x="1631397" y="0"/>
                    </a:lnTo>
                    <a:lnTo>
                      <a:pt x="1631397" y="984662"/>
                    </a:lnTo>
                    <a:lnTo>
                      <a:pt x="0" y="98466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674" tIns="0" rIns="0" bIns="0" numCol="1" spcCol="1270" anchor="t" anchorCtr="0">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800130">
                  <a:lnSpc>
                    <a:spcPct val="90000"/>
                  </a:lnSpc>
                  <a:spcBef>
                    <a:spcPct val="0"/>
                  </a:spcBef>
                  <a:spcAft>
                    <a:spcPct val="35000"/>
                  </a:spcAft>
                </a:pPr>
                <a:r>
                  <a:rPr lang="en-CA" sz="1556" b="1" noProof="0" dirty="0">
                    <a:solidFill>
                      <a:srgbClr val="000000"/>
                    </a:solidFill>
                  </a:rPr>
                  <a:t>1970</a:t>
                </a:r>
              </a:p>
              <a:p>
                <a:pPr marL="114304" lvl="1" indent="-114304" defTabSz="622324">
                  <a:lnSpc>
                    <a:spcPct val="90000"/>
                  </a:lnSpc>
                  <a:spcBef>
                    <a:spcPct val="0"/>
                  </a:spcBef>
                  <a:spcAft>
                    <a:spcPct val="15000"/>
                  </a:spcAft>
                  <a:buChar char="••"/>
                </a:pPr>
                <a:r>
                  <a:rPr lang="en-CA" sz="1334" noProof="0" dirty="0">
                    <a:solidFill>
                      <a:srgbClr val="000000"/>
                    </a:solidFill>
                  </a:rPr>
                  <a:t>Mechanical</a:t>
                </a:r>
              </a:p>
              <a:p>
                <a:pPr marL="114304" lvl="1" indent="-114304" defTabSz="622324">
                  <a:lnSpc>
                    <a:spcPct val="90000"/>
                  </a:lnSpc>
                  <a:spcBef>
                    <a:spcPct val="0"/>
                  </a:spcBef>
                  <a:spcAft>
                    <a:spcPct val="15000"/>
                  </a:spcAft>
                  <a:buChar char="••"/>
                </a:pPr>
                <a:r>
                  <a:rPr lang="en-CA" sz="1334" noProof="0" dirty="0">
                    <a:solidFill>
                      <a:srgbClr val="000000"/>
                    </a:solidFill>
                  </a:rPr>
                  <a:t>EE for engine control</a:t>
                </a:r>
              </a:p>
            </p:txBody>
          </p:sp>
          <p:sp>
            <p:nvSpPr>
              <p:cNvPr id="24" name="Oval 23">
                <a:extLst>
                  <a:ext uri="{FF2B5EF4-FFF2-40B4-BE49-F238E27FC236}">
                    <a16:creationId xmlns:a16="http://schemas.microsoft.com/office/drawing/2014/main" id="{304ED055-94C3-509C-4BF4-02D1F2B46F0D}"/>
                  </a:ext>
                </a:extLst>
              </p:cNvPr>
              <p:cNvSpPr>
                <a:spLocks noChangeAspect="1"/>
              </p:cNvSpPr>
              <p:nvPr/>
            </p:nvSpPr>
            <p:spPr>
              <a:xfrm>
                <a:off x="3841862" y="4655661"/>
                <a:ext cx="233740" cy="233740"/>
              </a:xfrm>
              <a:prstGeom prst="ellipse">
                <a:avLst/>
              </a:prstGeom>
              <a:gradFill flip="none" rotWithShape="1">
                <a:gsLst>
                  <a:gs pos="0">
                    <a:srgbClr val="798189"/>
                  </a:gs>
                  <a:gs pos="48000">
                    <a:srgbClr val="BFC3C7"/>
                  </a:gs>
                  <a:gs pos="100000">
                    <a:srgbClr val="D7DADC"/>
                  </a:gs>
                </a:gsLst>
                <a:lin ang="16200000" scaled="1"/>
                <a:tileRect/>
              </a:gra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25" name="Oval 24">
                <a:extLst>
                  <a:ext uri="{FF2B5EF4-FFF2-40B4-BE49-F238E27FC236}">
                    <a16:creationId xmlns:a16="http://schemas.microsoft.com/office/drawing/2014/main" id="{8C7BC1AF-3B7C-FA7E-3052-1E465463CC50}"/>
                  </a:ext>
                </a:extLst>
              </p:cNvPr>
              <p:cNvSpPr/>
              <p:nvPr/>
            </p:nvSpPr>
            <p:spPr>
              <a:xfrm>
                <a:off x="5160501" y="3792707"/>
                <a:ext cx="350837" cy="350837"/>
              </a:xfrm>
              <a:prstGeom prst="ellipse">
                <a:avLst/>
              </a:prstGeom>
              <a:gradFill flip="none" rotWithShape="1">
                <a:gsLst>
                  <a:gs pos="0">
                    <a:srgbClr val="798189"/>
                  </a:gs>
                  <a:gs pos="48000">
                    <a:srgbClr val="BFC3C7"/>
                  </a:gs>
                  <a:gs pos="100000">
                    <a:srgbClr val="D7DADC"/>
                  </a:gs>
                </a:gsLst>
                <a:lin ang="16200000" scaled="1"/>
                <a:tileRect/>
              </a:gra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sp>
            <p:nvSpPr>
              <p:cNvPr id="26" name="Freeform 15">
                <a:extLst>
                  <a:ext uri="{FF2B5EF4-FFF2-40B4-BE49-F238E27FC236}">
                    <a16:creationId xmlns:a16="http://schemas.microsoft.com/office/drawing/2014/main" id="{BCD8B8A1-0ACB-9C07-8CEC-E87BAB45F946}"/>
                  </a:ext>
                </a:extLst>
              </p:cNvPr>
              <p:cNvSpPr/>
              <p:nvPr/>
            </p:nvSpPr>
            <p:spPr>
              <a:xfrm>
                <a:off x="3886301" y="2384240"/>
                <a:ext cx="1597274" cy="849554"/>
              </a:xfrm>
              <a:custGeom>
                <a:avLst/>
                <a:gdLst>
                  <a:gd name="connsiteX0" fmla="*/ 0 w 1390111"/>
                  <a:gd name="connsiteY0" fmla="*/ 0 h 2556812"/>
                  <a:gd name="connsiteX1" fmla="*/ 1390111 w 1390111"/>
                  <a:gd name="connsiteY1" fmla="*/ 0 h 2556812"/>
                  <a:gd name="connsiteX2" fmla="*/ 1390111 w 1390111"/>
                  <a:gd name="connsiteY2" fmla="*/ 2556812 h 2556812"/>
                  <a:gd name="connsiteX3" fmla="*/ 0 w 1390111"/>
                  <a:gd name="connsiteY3" fmla="*/ 2556812 h 2556812"/>
                  <a:gd name="connsiteX4" fmla="*/ 0 w 1390111"/>
                  <a:gd name="connsiteY4" fmla="*/ 0 h 2556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111" h="2556812">
                    <a:moveTo>
                      <a:pt x="0" y="0"/>
                    </a:moveTo>
                    <a:lnTo>
                      <a:pt x="1390111" y="0"/>
                    </a:lnTo>
                    <a:lnTo>
                      <a:pt x="1390111" y="2556812"/>
                    </a:lnTo>
                    <a:lnTo>
                      <a:pt x="0" y="25568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85902" tIns="0" rIns="0" bIns="0" numCol="1" spcCol="1270" anchor="t" anchorCtr="0">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800130">
                  <a:lnSpc>
                    <a:spcPct val="90000"/>
                  </a:lnSpc>
                  <a:spcBef>
                    <a:spcPct val="0"/>
                  </a:spcBef>
                  <a:spcAft>
                    <a:spcPct val="35000"/>
                  </a:spcAft>
                </a:pPr>
                <a:r>
                  <a:rPr lang="en-CA" sz="1556" b="1" noProof="0" dirty="0">
                    <a:solidFill>
                      <a:srgbClr val="000000"/>
                    </a:solidFill>
                  </a:rPr>
                  <a:t>2000</a:t>
                </a:r>
              </a:p>
              <a:p>
                <a:pPr marL="114304" lvl="1" indent="-114304" defTabSz="622324">
                  <a:lnSpc>
                    <a:spcPct val="90000"/>
                  </a:lnSpc>
                  <a:spcBef>
                    <a:spcPct val="0"/>
                  </a:spcBef>
                  <a:spcAft>
                    <a:spcPct val="15000"/>
                  </a:spcAft>
                  <a:buChar char="••"/>
                </a:pPr>
                <a:r>
                  <a:rPr lang="en-CA" sz="1334" noProof="0" dirty="0">
                    <a:solidFill>
                      <a:srgbClr val="000000"/>
                    </a:solidFill>
                  </a:rPr>
                  <a:t>Many SW functions</a:t>
                </a:r>
              </a:p>
              <a:p>
                <a:pPr marL="114304" lvl="1" indent="-114304" defTabSz="622324">
                  <a:lnSpc>
                    <a:spcPct val="90000"/>
                  </a:lnSpc>
                  <a:spcBef>
                    <a:spcPct val="0"/>
                  </a:spcBef>
                  <a:spcAft>
                    <a:spcPct val="15000"/>
                  </a:spcAft>
                  <a:buChar char="••"/>
                </a:pPr>
                <a:r>
                  <a:rPr lang="en-CA" sz="1334" noProof="0" dirty="0">
                    <a:solidFill>
                      <a:srgbClr val="000000"/>
                    </a:solidFill>
                  </a:rPr>
                  <a:t>In vehicle networks predominate</a:t>
                </a:r>
              </a:p>
            </p:txBody>
          </p:sp>
          <p:sp>
            <p:nvSpPr>
              <p:cNvPr id="27" name="Freeform 26">
                <a:extLst>
                  <a:ext uri="{FF2B5EF4-FFF2-40B4-BE49-F238E27FC236}">
                    <a16:creationId xmlns:a16="http://schemas.microsoft.com/office/drawing/2014/main" id="{8F19C1E7-FD08-714C-A752-69E3FF7CA2C8}"/>
                  </a:ext>
                </a:extLst>
              </p:cNvPr>
              <p:cNvSpPr/>
              <p:nvPr/>
            </p:nvSpPr>
            <p:spPr>
              <a:xfrm>
                <a:off x="4485912" y="665050"/>
                <a:ext cx="2604432" cy="2090770"/>
              </a:xfrm>
              <a:custGeom>
                <a:avLst/>
                <a:gdLst>
                  <a:gd name="connsiteX0" fmla="*/ 0 w 1949937"/>
                  <a:gd name="connsiteY0" fmla="*/ 0 h 2966398"/>
                  <a:gd name="connsiteX1" fmla="*/ 1949937 w 1949937"/>
                  <a:gd name="connsiteY1" fmla="*/ 0 h 2966398"/>
                  <a:gd name="connsiteX2" fmla="*/ 1949937 w 1949937"/>
                  <a:gd name="connsiteY2" fmla="*/ 2966398 h 2966398"/>
                  <a:gd name="connsiteX3" fmla="*/ 0 w 1949937"/>
                  <a:gd name="connsiteY3" fmla="*/ 2966398 h 2966398"/>
                  <a:gd name="connsiteX4" fmla="*/ 0 w 1949937"/>
                  <a:gd name="connsiteY4" fmla="*/ 0 h 2966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9937" h="2966398">
                    <a:moveTo>
                      <a:pt x="0" y="0"/>
                    </a:moveTo>
                    <a:lnTo>
                      <a:pt x="1949937" y="0"/>
                    </a:lnTo>
                    <a:lnTo>
                      <a:pt x="1949937" y="2966398"/>
                    </a:lnTo>
                    <a:lnTo>
                      <a:pt x="0" y="296639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49038" tIns="0" rIns="0" bIns="0" numCol="1" spcCol="1270" anchor="t" anchorCtr="0">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800130">
                  <a:lnSpc>
                    <a:spcPct val="90000"/>
                  </a:lnSpc>
                  <a:spcBef>
                    <a:spcPct val="0"/>
                  </a:spcBef>
                  <a:spcAft>
                    <a:spcPct val="35000"/>
                  </a:spcAft>
                </a:pPr>
                <a:r>
                  <a:rPr lang="en-CA" sz="1556" b="1" noProof="0" dirty="0">
                    <a:solidFill>
                      <a:srgbClr val="000000"/>
                    </a:solidFill>
                  </a:rPr>
                  <a:t>Now</a:t>
                </a:r>
              </a:p>
              <a:p>
                <a:pPr marL="114304" lvl="1" indent="-114304" defTabSz="622324">
                  <a:lnSpc>
                    <a:spcPct val="90000"/>
                  </a:lnSpc>
                  <a:spcBef>
                    <a:spcPct val="0"/>
                  </a:spcBef>
                  <a:spcAft>
                    <a:spcPct val="15000"/>
                  </a:spcAft>
                  <a:buChar char="••"/>
                </a:pPr>
                <a:r>
                  <a:rPr lang="en-CA" sz="1334" noProof="0" dirty="0">
                    <a:solidFill>
                      <a:srgbClr val="000000"/>
                    </a:solidFill>
                  </a:rPr>
                  <a:t>90% innovation in vehicle development</a:t>
                </a:r>
              </a:p>
              <a:p>
                <a:pPr marL="114304" lvl="1" indent="-114304" defTabSz="622324">
                  <a:lnSpc>
                    <a:spcPct val="90000"/>
                  </a:lnSpc>
                  <a:spcBef>
                    <a:spcPct val="0"/>
                  </a:spcBef>
                  <a:spcAft>
                    <a:spcPct val="15000"/>
                  </a:spcAft>
                  <a:buChar char="••"/>
                </a:pPr>
                <a:r>
                  <a:rPr lang="en-CA" sz="1334" noProof="0" dirty="0">
                    <a:solidFill>
                      <a:srgbClr val="000000"/>
                    </a:solidFill>
                  </a:rPr>
                  <a:t>EE accounts for 40% vehicle development costs</a:t>
                </a:r>
              </a:p>
              <a:p>
                <a:pPr marL="114304" lvl="1" indent="-114304" defTabSz="622324">
                  <a:lnSpc>
                    <a:spcPct val="90000"/>
                  </a:lnSpc>
                  <a:spcBef>
                    <a:spcPct val="0"/>
                  </a:spcBef>
                  <a:spcAft>
                    <a:spcPct val="15000"/>
                  </a:spcAft>
                  <a:buChar char="••"/>
                </a:pPr>
                <a:r>
                  <a:rPr lang="en-CA" sz="1334" noProof="0" dirty="0">
                    <a:solidFill>
                      <a:srgbClr val="000000"/>
                    </a:solidFill>
                  </a:rPr>
                  <a:t>50-75% development costs of an ECU are SW</a:t>
                </a:r>
              </a:p>
            </p:txBody>
          </p:sp>
        </p:grpSp>
        <p:sp>
          <p:nvSpPr>
            <p:cNvPr id="19" name="Oval 18">
              <a:extLst>
                <a:ext uri="{FF2B5EF4-FFF2-40B4-BE49-F238E27FC236}">
                  <a16:creationId xmlns:a16="http://schemas.microsoft.com/office/drawing/2014/main" id="{DFE56BD7-3EC9-40FC-0C8D-F0E1A48A12B4}"/>
                </a:ext>
              </a:extLst>
            </p:cNvPr>
            <p:cNvSpPr/>
            <p:nvPr/>
          </p:nvSpPr>
          <p:spPr>
            <a:xfrm>
              <a:off x="6306629" y="2773556"/>
              <a:ext cx="469990" cy="469990"/>
            </a:xfrm>
            <a:prstGeom prst="ellipse">
              <a:avLst/>
            </a:prstGeom>
            <a:gradFill flip="none" rotWithShape="1">
              <a:gsLst>
                <a:gs pos="0">
                  <a:srgbClr val="798189"/>
                </a:gs>
                <a:gs pos="48000">
                  <a:srgbClr val="BFC3C7"/>
                </a:gs>
                <a:gs pos="100000">
                  <a:srgbClr val="D7DADC"/>
                </a:gs>
              </a:gsLst>
              <a:lin ang="16200000" scaled="1"/>
              <a:tileRect/>
            </a:gra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CA" sz="2224" noProof="0" dirty="0"/>
            </a:p>
          </p:txBody>
        </p:sp>
      </p:grpSp>
      <p:sp>
        <p:nvSpPr>
          <p:cNvPr id="29" name="TextBox 28">
            <a:extLst>
              <a:ext uri="{FF2B5EF4-FFF2-40B4-BE49-F238E27FC236}">
                <a16:creationId xmlns:a16="http://schemas.microsoft.com/office/drawing/2014/main" id="{6C5A86E6-E2A3-2FC1-242B-5D2EE53AEF90}"/>
              </a:ext>
            </a:extLst>
          </p:cNvPr>
          <p:cNvSpPr txBox="1"/>
          <p:nvPr/>
        </p:nvSpPr>
        <p:spPr>
          <a:xfrm>
            <a:off x="8821929" y="5324139"/>
            <a:ext cx="3073390" cy="581505"/>
          </a:xfrm>
          <a:prstGeom prst="rect">
            <a:avLst/>
          </a:prstGeom>
          <a:noFill/>
        </p:spPr>
        <p:txBody>
          <a:bodyPr wrap="square" rtlCol="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CA" sz="1556" noProof="0" dirty="0"/>
              <a:t>Why did the complexity grow?</a:t>
            </a:r>
          </a:p>
          <a:p>
            <a:r>
              <a:rPr lang="en-CA" sz="1556" noProof="0" dirty="0"/>
              <a:t>How do we manage complexity?</a:t>
            </a:r>
          </a:p>
        </p:txBody>
      </p:sp>
      <p:sp>
        <p:nvSpPr>
          <p:cNvPr id="30" name="TextBox 29">
            <a:extLst>
              <a:ext uri="{FF2B5EF4-FFF2-40B4-BE49-F238E27FC236}">
                <a16:creationId xmlns:a16="http://schemas.microsoft.com/office/drawing/2014/main" id="{5A9A87F2-3590-0B3D-5C80-6241758F31E7}"/>
              </a:ext>
            </a:extLst>
          </p:cNvPr>
          <p:cNvSpPr txBox="1"/>
          <p:nvPr/>
        </p:nvSpPr>
        <p:spPr>
          <a:xfrm>
            <a:off x="8378414" y="5187315"/>
            <a:ext cx="440462" cy="855154"/>
          </a:xfrm>
          <a:prstGeom prst="rect">
            <a:avLst/>
          </a:prstGeom>
          <a:noFill/>
        </p:spPr>
        <p:txBody>
          <a:bodyPr wrap="square" rtlCol="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CA" sz="4890" b="1" noProof="0" dirty="0">
                <a:solidFill>
                  <a:schemeClr val="accent2"/>
                </a:solidFill>
              </a:rPr>
              <a:t>?</a:t>
            </a:r>
          </a:p>
        </p:txBody>
      </p:sp>
      <p:sp>
        <p:nvSpPr>
          <p:cNvPr id="31" name="Text Placeholder 1_">
            <a:extLst>
              <a:ext uri="{FF2B5EF4-FFF2-40B4-BE49-F238E27FC236}">
                <a16:creationId xmlns:a16="http://schemas.microsoft.com/office/drawing/2014/main" id="{CC2B3E49-9C6C-8252-C216-6AC7195E2750}"/>
              </a:ext>
            </a:extLst>
          </p:cNvPr>
          <p:cNvSpPr txBox="1">
            <a:spLocks/>
          </p:cNvSpPr>
          <p:nvPr/>
        </p:nvSpPr>
        <p:spPr>
          <a:xfrm>
            <a:off x="5061379" y="1827861"/>
            <a:ext cx="2592427" cy="1505139"/>
          </a:xfrm>
          <a:prstGeom prst="rect">
            <a:avLst/>
          </a:prstGeom>
          <a:solidFill>
            <a:schemeClr val="accent1"/>
          </a:solidFill>
          <a:ln>
            <a:noFill/>
          </a:ln>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None/>
            </a:pPr>
            <a:r>
              <a:rPr lang="en-CA" sz="1556" noProof="0" dirty="0">
                <a:solidFill>
                  <a:schemeClr val="bg1"/>
                </a:solidFill>
              </a:rPr>
              <a:t>Ever increasing amount of distributed, networked functionality in software…</a:t>
            </a:r>
          </a:p>
          <a:p>
            <a:pPr>
              <a:buClr>
                <a:schemeClr val="bg1"/>
              </a:buClr>
              <a:buFontTx/>
              <a:buChar char="-"/>
            </a:pPr>
            <a:r>
              <a:rPr lang="en-CA" sz="1334" noProof="0" dirty="0">
                <a:solidFill>
                  <a:schemeClr val="bg1"/>
                </a:solidFill>
              </a:rPr>
              <a:t>Emission control</a:t>
            </a:r>
          </a:p>
          <a:p>
            <a:pPr>
              <a:buClr>
                <a:schemeClr val="bg1"/>
              </a:buClr>
              <a:buFontTx/>
              <a:buChar char="-"/>
            </a:pPr>
            <a:r>
              <a:rPr lang="en-CA" sz="1334" noProof="0" dirty="0">
                <a:solidFill>
                  <a:schemeClr val="bg1"/>
                </a:solidFill>
              </a:rPr>
              <a:t>Safety (active/passive)</a:t>
            </a:r>
          </a:p>
          <a:p>
            <a:pPr marL="361964" lvl="1" indent="0">
              <a:spcBef>
                <a:spcPct val="0"/>
              </a:spcBef>
              <a:buFont typeface="Arial" panose="020B0604020202020204" pitchFamily="34" charset="0"/>
              <a:buNone/>
            </a:pPr>
            <a:endParaRPr lang="en-CA" sz="2224" noProof="0" dirty="0"/>
          </a:p>
          <a:p>
            <a:endParaRPr lang="en-CA" sz="2224" noProof="0" dirty="0"/>
          </a:p>
        </p:txBody>
      </p:sp>
    </p:spTree>
    <p:extLst>
      <p:ext uri="{BB962C8B-B14F-4D97-AF65-F5344CB8AC3E}">
        <p14:creationId xmlns:p14="http://schemas.microsoft.com/office/powerpoint/2010/main" val="1491271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FD129F-47AC-463C-A5F8-AD3A74E957D7}"/>
              </a:ext>
            </a:extLst>
          </p:cNvPr>
          <p:cNvSpPr>
            <a:spLocks noGrp="1"/>
          </p:cNvSpPr>
          <p:nvPr>
            <p:ph type="sldNum" sz="quarter" idx="12"/>
          </p:nvPr>
        </p:nvSpPr>
        <p:spPr>
          <a:xfrm>
            <a:off x="11377947" y="6382424"/>
            <a:ext cx="515812" cy="244446"/>
          </a:xfrm>
          <a:prstGeom prst="rect">
            <a:avLst/>
          </a:prstGeom>
        </p:spPr>
        <p:txBody>
          <a:bodyPr vert="horz" wrap="none" lIns="0" tIns="40010" rIns="0" bIns="0" rtlCol="0" anchor="t" anchorCtr="0"/>
          <a:lstStyle>
            <a:defPPr>
              <a:defRPr lang="en-US"/>
            </a:defPPr>
            <a:lvl1pPr marL="0" algn="l" defTabSz="564738" rtl="0" eaLnBrk="1" latinLnBrk="0" hangingPunct="1">
              <a:defRPr sz="2224" kern="1200">
                <a:solidFill>
                  <a:schemeClr val="tx1"/>
                </a:solidFill>
                <a:latin typeface="+mn-lt"/>
                <a:ea typeface="+mn-ea"/>
                <a:cs typeface="+mn-cs"/>
              </a:defRPr>
            </a:lvl1pPr>
            <a:lvl2pPr marL="564738" algn="l" defTabSz="564738" rtl="0" eaLnBrk="1" latinLnBrk="0" hangingPunct="1">
              <a:defRPr sz="2224" kern="1200">
                <a:solidFill>
                  <a:schemeClr val="tx1"/>
                </a:solidFill>
                <a:latin typeface="+mn-lt"/>
                <a:ea typeface="+mn-ea"/>
                <a:cs typeface="+mn-cs"/>
              </a:defRPr>
            </a:lvl2pPr>
            <a:lvl3pPr marL="1129476" algn="l" defTabSz="564738" rtl="0" eaLnBrk="1" latinLnBrk="0" hangingPunct="1">
              <a:defRPr sz="2224" kern="1200">
                <a:solidFill>
                  <a:schemeClr val="tx1"/>
                </a:solidFill>
                <a:latin typeface="+mn-lt"/>
                <a:ea typeface="+mn-ea"/>
                <a:cs typeface="+mn-cs"/>
              </a:defRPr>
            </a:lvl3pPr>
            <a:lvl4pPr marL="1694214" algn="l" defTabSz="564738" rtl="0" eaLnBrk="1" latinLnBrk="0" hangingPunct="1">
              <a:defRPr sz="2224" kern="1200">
                <a:solidFill>
                  <a:schemeClr val="tx1"/>
                </a:solidFill>
                <a:latin typeface="+mn-lt"/>
                <a:ea typeface="+mn-ea"/>
                <a:cs typeface="+mn-cs"/>
              </a:defRPr>
            </a:lvl4pPr>
            <a:lvl5pPr marL="2258952" algn="l" defTabSz="564738" rtl="0" eaLnBrk="1" latinLnBrk="0" hangingPunct="1">
              <a:defRPr sz="2224" kern="1200">
                <a:solidFill>
                  <a:schemeClr val="tx1"/>
                </a:solidFill>
                <a:latin typeface="+mn-lt"/>
                <a:ea typeface="+mn-ea"/>
                <a:cs typeface="+mn-cs"/>
              </a:defRPr>
            </a:lvl5pPr>
            <a:lvl6pPr marL="2823690" algn="l" defTabSz="564738" rtl="0" eaLnBrk="1" latinLnBrk="0" hangingPunct="1">
              <a:defRPr sz="2224" kern="1200">
                <a:solidFill>
                  <a:schemeClr val="tx1"/>
                </a:solidFill>
                <a:latin typeface="+mn-lt"/>
                <a:ea typeface="+mn-ea"/>
                <a:cs typeface="+mn-cs"/>
              </a:defRPr>
            </a:lvl6pPr>
            <a:lvl7pPr marL="3388427" algn="l" defTabSz="564738" rtl="0" eaLnBrk="1" latinLnBrk="0" hangingPunct="1">
              <a:defRPr sz="2224" kern="1200">
                <a:solidFill>
                  <a:schemeClr val="tx1"/>
                </a:solidFill>
                <a:latin typeface="+mn-lt"/>
                <a:ea typeface="+mn-ea"/>
                <a:cs typeface="+mn-cs"/>
              </a:defRPr>
            </a:lvl7pPr>
            <a:lvl8pPr marL="3953166" algn="l" defTabSz="564738" rtl="0" eaLnBrk="1" latinLnBrk="0" hangingPunct="1">
              <a:defRPr sz="2224" kern="1200">
                <a:solidFill>
                  <a:schemeClr val="tx1"/>
                </a:solidFill>
                <a:latin typeface="+mn-lt"/>
                <a:ea typeface="+mn-ea"/>
                <a:cs typeface="+mn-cs"/>
              </a:defRPr>
            </a:lvl8pPr>
            <a:lvl9pPr marL="4517904" algn="l" defTabSz="564738" rtl="0" eaLnBrk="1" latinLnBrk="0" hangingPunct="1">
              <a:defRPr sz="2224" kern="1200">
                <a:solidFill>
                  <a:schemeClr val="tx1"/>
                </a:solidFill>
                <a:latin typeface="+mn-lt"/>
                <a:ea typeface="+mn-ea"/>
                <a:cs typeface="+mn-cs"/>
              </a:defRPr>
            </a:lvl9pPr>
          </a:lstStyle>
          <a:p>
            <a:pPr defTabSz="1016264">
              <a:defRPr/>
            </a:pPr>
            <a:fld id="{B66E2322-B8A1-4AF7-8DCD-0571136AC237}" type="slidenum">
              <a:rPr lang="en-US" noProof="1" smtClean="0">
                <a:solidFill>
                  <a:srgbClr val="164293"/>
                </a:solidFill>
              </a:rPr>
              <a:pPr defTabSz="1016264">
                <a:defRPr/>
              </a:pPr>
              <a:t>5</a:t>
            </a:fld>
            <a:endParaRPr lang="en-US" sz="2001" noProof="1">
              <a:solidFill>
                <a:srgbClr val="164293"/>
              </a:solidFill>
            </a:endParaRPr>
          </a:p>
        </p:txBody>
      </p:sp>
      <p:sp>
        <p:nvSpPr>
          <p:cNvPr id="4" name="Title 3">
            <a:extLst>
              <a:ext uri="{FF2B5EF4-FFF2-40B4-BE49-F238E27FC236}">
                <a16:creationId xmlns:a16="http://schemas.microsoft.com/office/drawing/2014/main" id="{967958FF-EDA8-4CEB-9B23-BBE3B795AFD2}"/>
              </a:ext>
            </a:extLst>
          </p:cNvPr>
          <p:cNvSpPr>
            <a:spLocks noGrp="1"/>
          </p:cNvSpPr>
          <p:nvPr>
            <p:ph type="title"/>
          </p:nvPr>
        </p:nvSpPr>
        <p:spPr>
          <a:xfrm>
            <a:off x="285750" y="717550"/>
            <a:ext cx="10534650" cy="506413"/>
          </a:xfrm>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it-IT" dirty="0"/>
              <a:t>A Consortium, a Standard, an Architectural model…or what??? </a:t>
            </a:r>
            <a:r>
              <a:rPr lang="it-IT" dirty="0" err="1"/>
              <a:t>Everything</a:t>
            </a:r>
            <a:r>
              <a:rPr lang="it-IT" dirty="0"/>
              <a:t>!</a:t>
            </a:r>
          </a:p>
        </p:txBody>
      </p:sp>
      <p:sp>
        <p:nvSpPr>
          <p:cNvPr id="5" name="Text Placeholder 4">
            <a:extLst>
              <a:ext uri="{FF2B5EF4-FFF2-40B4-BE49-F238E27FC236}">
                <a16:creationId xmlns:a16="http://schemas.microsoft.com/office/drawing/2014/main" id="{0613FF90-82E0-4050-A52B-E3C269294BB6}"/>
              </a:ext>
            </a:extLst>
          </p:cNvPr>
          <p:cNvSpPr>
            <a:spLocks noGrp="1"/>
          </p:cNvSpPr>
          <p:nvPr>
            <p:ph type="body" sz="quarter" idx="15"/>
          </p:nvPr>
        </p:nvSpPr>
        <p:spPr/>
        <p:txBody>
          <a:bodyPr vert="horz" lIns="0" tIns="0" rIns="0" bIns="0" rtlCol="0" anchor="t">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914400"/>
            <a:r>
              <a:rPr lang="en-US" sz="2800" dirty="0">
                <a:solidFill>
                  <a:srgbClr val="164293"/>
                </a:solidFill>
                <a:latin typeface="Arial"/>
                <a:cs typeface="Arial"/>
              </a:rPr>
              <a:t>What is AUTOSAR?</a:t>
            </a:r>
            <a:endParaRPr lang="it-IT" sz="2800" dirty="0">
              <a:solidFill>
                <a:srgbClr val="164293"/>
              </a:solidFill>
              <a:latin typeface="Arial"/>
              <a:cs typeface="Arial"/>
            </a:endParaRPr>
          </a:p>
        </p:txBody>
      </p:sp>
      <p:sp>
        <p:nvSpPr>
          <p:cNvPr id="9" name="Content Placeholder 5">
            <a:extLst>
              <a:ext uri="{FF2B5EF4-FFF2-40B4-BE49-F238E27FC236}">
                <a16:creationId xmlns:a16="http://schemas.microsoft.com/office/drawing/2014/main" id="{507AB606-9F8D-45B5-922D-166A627F13B3}"/>
              </a:ext>
            </a:extLst>
          </p:cNvPr>
          <p:cNvSpPr>
            <a:spLocks noGrp="1"/>
          </p:cNvSpPr>
          <p:nvPr>
            <p:ph sz="half" idx="1"/>
          </p:nvPr>
        </p:nvSpPr>
        <p:spPr>
          <a:xfrm>
            <a:off x="170349" y="2854080"/>
            <a:ext cx="11561500" cy="1149841"/>
          </a:xfrm>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lgn="just">
              <a:buNone/>
            </a:pPr>
            <a:r>
              <a:rPr lang="en-US" dirty="0">
                <a:cs typeface="Tahoma" pitchFamily="34" charset="0"/>
              </a:rPr>
              <a:t>AUTOSAR (</a:t>
            </a:r>
            <a:r>
              <a:rPr lang="en-US" b="1" dirty="0" err="1">
                <a:cs typeface="Tahoma" pitchFamily="34" charset="0"/>
              </a:rPr>
              <a:t>AUT</a:t>
            </a:r>
            <a:r>
              <a:rPr lang="en-US" dirty="0" err="1">
                <a:cs typeface="Tahoma" pitchFamily="34" charset="0"/>
              </a:rPr>
              <a:t>omotive</a:t>
            </a:r>
            <a:r>
              <a:rPr lang="en-US" dirty="0">
                <a:cs typeface="Tahoma" pitchFamily="34" charset="0"/>
              </a:rPr>
              <a:t> </a:t>
            </a:r>
            <a:r>
              <a:rPr lang="en-US" b="1" dirty="0">
                <a:cs typeface="Tahoma" pitchFamily="34" charset="0"/>
              </a:rPr>
              <a:t>O</a:t>
            </a:r>
            <a:r>
              <a:rPr lang="en-US" dirty="0">
                <a:cs typeface="Tahoma" pitchFamily="34" charset="0"/>
              </a:rPr>
              <a:t>pen </a:t>
            </a:r>
            <a:r>
              <a:rPr lang="en-US" b="1" dirty="0">
                <a:cs typeface="Tahoma" pitchFamily="34" charset="0"/>
              </a:rPr>
              <a:t>S</a:t>
            </a:r>
            <a:r>
              <a:rPr lang="en-US" dirty="0">
                <a:cs typeface="Tahoma" pitchFamily="34" charset="0"/>
              </a:rPr>
              <a:t>ystem </a:t>
            </a:r>
            <a:r>
              <a:rPr lang="en-US" b="1" dirty="0" err="1">
                <a:cs typeface="Tahoma" pitchFamily="34" charset="0"/>
              </a:rPr>
              <a:t>AR</a:t>
            </a:r>
            <a:r>
              <a:rPr lang="en-US" dirty="0" err="1">
                <a:cs typeface="Tahoma" pitchFamily="34" charset="0"/>
              </a:rPr>
              <a:t>chitecture</a:t>
            </a:r>
            <a:r>
              <a:rPr lang="en-US" dirty="0">
                <a:cs typeface="Tahoma" pitchFamily="34" charset="0"/>
              </a:rPr>
              <a:t>) is an open and standardized automotive software architecture, jointly developed by automobile manufacturers, suppliers and tool developers.</a:t>
            </a:r>
          </a:p>
          <a:p>
            <a:endParaRPr lang="de-DE" dirty="0"/>
          </a:p>
        </p:txBody>
      </p:sp>
      <p:sp>
        <p:nvSpPr>
          <p:cNvPr id="10" name="Content Placeholder 6">
            <a:extLst>
              <a:ext uri="{FF2B5EF4-FFF2-40B4-BE49-F238E27FC236}">
                <a16:creationId xmlns:a16="http://schemas.microsoft.com/office/drawing/2014/main" id="{04DB1459-5BE7-41BE-BBBC-1A58716BDD1B}"/>
              </a:ext>
            </a:extLst>
          </p:cNvPr>
          <p:cNvSpPr txBox="1">
            <a:spLocks/>
          </p:cNvSpPr>
          <p:nvPr/>
        </p:nvSpPr>
        <p:spPr>
          <a:xfrm>
            <a:off x="170349" y="3990064"/>
            <a:ext cx="11561500" cy="1264825"/>
          </a:xfrm>
          <a:prstGeom prst="rect">
            <a:avLst/>
          </a:prstGeom>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lgn="just">
              <a:buFont typeface="Arial" panose="020B0604020202020204" pitchFamily="34" charset="0"/>
              <a:buNone/>
            </a:pPr>
            <a:r>
              <a:rPr lang="en-US" sz="2224" dirty="0">
                <a:cs typeface="Tahoma" pitchFamily="34" charset="0"/>
              </a:rPr>
              <a:t>AUTOSAR aims to improve complexity management of highly integrated E/E architectures through an increased reuse and exchangeability of SW modules between OEMs and suppliers.</a:t>
            </a:r>
          </a:p>
          <a:p>
            <a:endParaRPr lang="de-DE" sz="2224" dirty="0"/>
          </a:p>
        </p:txBody>
      </p:sp>
      <p:pic>
        <p:nvPicPr>
          <p:cNvPr id="11" name="Picture 2" descr="Datei:Autosar Logo.svg – Wikipedia">
            <a:extLst>
              <a:ext uri="{FF2B5EF4-FFF2-40B4-BE49-F238E27FC236}">
                <a16:creationId xmlns:a16="http://schemas.microsoft.com/office/drawing/2014/main" id="{CD981EB6-A03C-4E0D-8A5C-FD9D2E5958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70" y="1672256"/>
            <a:ext cx="7067539" cy="7244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EEDC379-8C49-0C99-548B-F90A28D97A40}"/>
              </a:ext>
            </a:extLst>
          </p:cNvPr>
          <p:cNvSpPr txBox="1"/>
          <p:nvPr/>
        </p:nvSpPr>
        <p:spPr>
          <a:xfrm>
            <a:off x="428704" y="5326139"/>
            <a:ext cx="11264876" cy="434606"/>
          </a:xfrm>
          <a:prstGeom prst="rect">
            <a:avLst/>
          </a:prstGeom>
          <a:noFill/>
        </p:spPr>
        <p:txBody>
          <a:bodyPr wrap="square" rtlCol="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2224" b="0" i="0" dirty="0">
                <a:solidFill>
                  <a:srgbClr val="001D35"/>
                </a:solidFill>
                <a:effectLst/>
              </a:rPr>
              <a:t>Latest Autosar release has 13,620 pages of documentation</a:t>
            </a:r>
            <a:endParaRPr lang="en-US" sz="2224" dirty="0"/>
          </a:p>
        </p:txBody>
      </p:sp>
    </p:spTree>
    <p:extLst>
      <p:ext uri="{BB962C8B-B14F-4D97-AF65-F5344CB8AC3E}">
        <p14:creationId xmlns:p14="http://schemas.microsoft.com/office/powerpoint/2010/main" val="865824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ACBF-0A6D-82A0-0A05-FE95F10366A8}"/>
              </a:ext>
            </a:extLst>
          </p:cNvPr>
          <p:cNvSpPr>
            <a:spLocks noGrp="1"/>
          </p:cNvSpPr>
          <p:nvPr>
            <p:ph type="title"/>
          </p:nvPr>
        </p:nvSpPr>
        <p:spPr>
          <a:xfrm>
            <a:off x="190500" y="774700"/>
            <a:ext cx="10515600" cy="392113"/>
          </a:xfrm>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a:t>Why the automotive industry needs middleware </a:t>
            </a:r>
            <a:endParaRPr lang="en-CA"/>
          </a:p>
        </p:txBody>
      </p:sp>
      <p:sp>
        <p:nvSpPr>
          <p:cNvPr id="5" name="Text Placeholder 4">
            <a:extLst>
              <a:ext uri="{FF2B5EF4-FFF2-40B4-BE49-F238E27FC236}">
                <a16:creationId xmlns:a16="http://schemas.microsoft.com/office/drawing/2014/main" id="{5516C1D3-149E-D5B0-281A-D3BEDC8C8A95}"/>
              </a:ext>
            </a:extLst>
          </p:cNvPr>
          <p:cNvSpPr>
            <a:spLocks noGrp="1"/>
          </p:cNvSpPr>
          <p:nvPr>
            <p:ph type="body" sz="quarter" idx="15"/>
          </p:nvPr>
        </p:nvSpPr>
        <p:spPr/>
        <p:txBody>
          <a:bodyPr vert="horz" lIns="0" tIns="0" rIns="0" bIns="0" rtlCol="0" anchor="t">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914400"/>
            <a:r>
              <a:rPr lang="en-US" sz="2800" dirty="0">
                <a:solidFill>
                  <a:srgbClr val="164293"/>
                </a:solidFill>
                <a:latin typeface="Arial"/>
                <a:cs typeface="Arial"/>
              </a:rPr>
              <a:t>AUTOSAR Middleware  </a:t>
            </a:r>
            <a:endParaRPr lang="en-CA" sz="2800" dirty="0">
              <a:solidFill>
                <a:srgbClr val="164293"/>
              </a:solidFill>
              <a:latin typeface="Arial"/>
              <a:cs typeface="Arial"/>
            </a:endParaRPr>
          </a:p>
        </p:txBody>
      </p:sp>
      <p:sp>
        <p:nvSpPr>
          <p:cNvPr id="7" name="Rectangle: Rounded Corners 6">
            <a:extLst>
              <a:ext uri="{FF2B5EF4-FFF2-40B4-BE49-F238E27FC236}">
                <a16:creationId xmlns:a16="http://schemas.microsoft.com/office/drawing/2014/main" id="{6D16EFE4-DBC8-61C4-2C1B-E3E665B7F3FF}"/>
              </a:ext>
            </a:extLst>
          </p:cNvPr>
          <p:cNvSpPr/>
          <p:nvPr/>
        </p:nvSpPr>
        <p:spPr>
          <a:xfrm>
            <a:off x="296610" y="5420071"/>
            <a:ext cx="3157521" cy="507913"/>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Hardware </a:t>
            </a:r>
            <a:endParaRPr lang="en-CA" sz="1556"/>
          </a:p>
        </p:txBody>
      </p:sp>
      <p:sp>
        <p:nvSpPr>
          <p:cNvPr id="8" name="Rectangle: Rounded Corners 7">
            <a:extLst>
              <a:ext uri="{FF2B5EF4-FFF2-40B4-BE49-F238E27FC236}">
                <a16:creationId xmlns:a16="http://schemas.microsoft.com/office/drawing/2014/main" id="{CCF2BDEE-3F20-7C17-B244-6C3C49EB9037}"/>
              </a:ext>
            </a:extLst>
          </p:cNvPr>
          <p:cNvSpPr/>
          <p:nvPr/>
        </p:nvSpPr>
        <p:spPr>
          <a:xfrm>
            <a:off x="296608" y="4764432"/>
            <a:ext cx="3157522" cy="507913"/>
          </a:xfrm>
          <a:prstGeom prst="roundRect">
            <a:avLst/>
          </a:prstGeom>
          <a:solidFill>
            <a:schemeClr val="accent4"/>
          </a:solidFill>
          <a:ln>
            <a:no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MCAL  </a:t>
            </a:r>
            <a:endParaRPr lang="en-CA" sz="1556"/>
          </a:p>
        </p:txBody>
      </p:sp>
      <p:sp>
        <p:nvSpPr>
          <p:cNvPr id="9" name="Rectangle: Rounded Corners 8">
            <a:extLst>
              <a:ext uri="{FF2B5EF4-FFF2-40B4-BE49-F238E27FC236}">
                <a16:creationId xmlns:a16="http://schemas.microsoft.com/office/drawing/2014/main" id="{82DD3F87-1C1A-F8FA-3FE2-BE8521CB9C1F}"/>
              </a:ext>
            </a:extLst>
          </p:cNvPr>
          <p:cNvSpPr/>
          <p:nvPr/>
        </p:nvSpPr>
        <p:spPr>
          <a:xfrm>
            <a:off x="296606" y="3156349"/>
            <a:ext cx="3157523" cy="507913"/>
          </a:xfrm>
          <a:prstGeom prst="roundRect">
            <a:avLst/>
          </a:prstGeom>
          <a:solidFill>
            <a:schemeClr val="accent4"/>
          </a:solidFill>
          <a:ln>
            <a:noFill/>
          </a:ln>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OEMs Applications   </a:t>
            </a:r>
            <a:endParaRPr lang="en-CA" sz="1556"/>
          </a:p>
        </p:txBody>
      </p:sp>
      <p:sp>
        <p:nvSpPr>
          <p:cNvPr id="12" name="Rectangle: Rounded Corners 11">
            <a:extLst>
              <a:ext uri="{FF2B5EF4-FFF2-40B4-BE49-F238E27FC236}">
                <a16:creationId xmlns:a16="http://schemas.microsoft.com/office/drawing/2014/main" id="{01F4A71A-A8C9-F49B-D8F8-58F44CAB3FEC}"/>
              </a:ext>
            </a:extLst>
          </p:cNvPr>
          <p:cNvSpPr/>
          <p:nvPr/>
        </p:nvSpPr>
        <p:spPr>
          <a:xfrm>
            <a:off x="296607" y="3813963"/>
            <a:ext cx="3157523" cy="79879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Interface and unlocking HW Potential  </a:t>
            </a:r>
            <a:endParaRPr lang="en-CA" sz="1556"/>
          </a:p>
        </p:txBody>
      </p:sp>
      <p:sp>
        <p:nvSpPr>
          <p:cNvPr id="13" name="Arrow: Right 12">
            <a:extLst>
              <a:ext uri="{FF2B5EF4-FFF2-40B4-BE49-F238E27FC236}">
                <a16:creationId xmlns:a16="http://schemas.microsoft.com/office/drawing/2014/main" id="{7772925E-5708-01F2-3F18-04DAB1F79C5A}"/>
              </a:ext>
            </a:extLst>
          </p:cNvPr>
          <p:cNvSpPr/>
          <p:nvPr/>
        </p:nvSpPr>
        <p:spPr>
          <a:xfrm>
            <a:off x="3819899" y="3880964"/>
            <a:ext cx="2894045" cy="798790"/>
          </a:xfrm>
          <a:prstGeom prst="rightArrow">
            <a:avLst/>
          </a:prstGeom>
          <a:solidFill>
            <a:schemeClr val="accent3"/>
          </a:solidFill>
          <a:effectLst/>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334"/>
              <a:t>Standard Middleware Solution </a:t>
            </a:r>
            <a:endParaRPr lang="en-CA" sz="1334"/>
          </a:p>
        </p:txBody>
      </p:sp>
      <p:sp>
        <p:nvSpPr>
          <p:cNvPr id="14" name="Rectangle: Rounded Corners 13">
            <a:extLst>
              <a:ext uri="{FF2B5EF4-FFF2-40B4-BE49-F238E27FC236}">
                <a16:creationId xmlns:a16="http://schemas.microsoft.com/office/drawing/2014/main" id="{B69FDC61-D181-76CE-2195-614144682FD1}"/>
              </a:ext>
            </a:extLst>
          </p:cNvPr>
          <p:cNvSpPr/>
          <p:nvPr/>
        </p:nvSpPr>
        <p:spPr>
          <a:xfrm>
            <a:off x="7107233" y="5424253"/>
            <a:ext cx="3157521" cy="507913"/>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Hardware </a:t>
            </a:r>
            <a:endParaRPr lang="en-CA" sz="1556"/>
          </a:p>
        </p:txBody>
      </p:sp>
      <p:sp>
        <p:nvSpPr>
          <p:cNvPr id="15" name="Rectangle: Rounded Corners 14">
            <a:extLst>
              <a:ext uri="{FF2B5EF4-FFF2-40B4-BE49-F238E27FC236}">
                <a16:creationId xmlns:a16="http://schemas.microsoft.com/office/drawing/2014/main" id="{FA7B4F98-7FD8-FB64-7595-6A158E7A141B}"/>
              </a:ext>
            </a:extLst>
          </p:cNvPr>
          <p:cNvSpPr/>
          <p:nvPr/>
        </p:nvSpPr>
        <p:spPr>
          <a:xfrm>
            <a:off x="7107232" y="4768614"/>
            <a:ext cx="3157522" cy="507913"/>
          </a:xfrm>
          <a:prstGeom prst="roundRect">
            <a:avLst/>
          </a:prstGeom>
          <a:solidFill>
            <a:schemeClr val="accent4"/>
          </a:solidFill>
          <a:ln>
            <a:no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MCAL  </a:t>
            </a:r>
            <a:endParaRPr lang="en-CA" sz="1556"/>
          </a:p>
        </p:txBody>
      </p:sp>
      <p:sp>
        <p:nvSpPr>
          <p:cNvPr id="17" name="Rectangle: Rounded Corners 16">
            <a:extLst>
              <a:ext uri="{FF2B5EF4-FFF2-40B4-BE49-F238E27FC236}">
                <a16:creationId xmlns:a16="http://schemas.microsoft.com/office/drawing/2014/main" id="{965DD247-79E7-EF52-5232-7C39951C61BA}"/>
              </a:ext>
            </a:extLst>
          </p:cNvPr>
          <p:cNvSpPr/>
          <p:nvPr/>
        </p:nvSpPr>
        <p:spPr>
          <a:xfrm>
            <a:off x="7107231" y="3818146"/>
            <a:ext cx="3157523" cy="79879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                            Middleware </a:t>
            </a:r>
            <a:endParaRPr lang="en-CA" sz="1556"/>
          </a:p>
        </p:txBody>
      </p:sp>
      <p:sp>
        <p:nvSpPr>
          <p:cNvPr id="44" name="Rectangle: Rounded Corners 43">
            <a:extLst>
              <a:ext uri="{FF2B5EF4-FFF2-40B4-BE49-F238E27FC236}">
                <a16:creationId xmlns:a16="http://schemas.microsoft.com/office/drawing/2014/main" id="{D2F312C8-8D90-E8D2-7029-66E5D53D7A25}"/>
              </a:ext>
            </a:extLst>
          </p:cNvPr>
          <p:cNvSpPr/>
          <p:nvPr/>
        </p:nvSpPr>
        <p:spPr>
          <a:xfrm>
            <a:off x="2271186" y="1513548"/>
            <a:ext cx="1671692" cy="1463489"/>
          </a:xfrm>
          <a:prstGeom prst="roundRect">
            <a:avLst/>
          </a:prstGeom>
          <a:solidFill>
            <a:schemeClr val="bg1"/>
          </a:solidFill>
        </p:spPr>
        <p:txBody>
          <a:bodyPr wrap="square" lIns="240062" tIns="120031" rIns="200051" bIns="200051" rtlCol="0" anchor="b" anchorCtr="0">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endParaRPr lang="en-US" sz="1778">
              <a:solidFill>
                <a:schemeClr val="bg1"/>
              </a:solidFill>
              <a:cs typeface="Segoe UI Semilight" panose="020B0402040204020203" pitchFamily="34" charset="0"/>
            </a:endParaRPr>
          </a:p>
        </p:txBody>
      </p:sp>
      <p:sp>
        <p:nvSpPr>
          <p:cNvPr id="60" name="Rectangle: Rounded Corners 59">
            <a:extLst>
              <a:ext uri="{FF2B5EF4-FFF2-40B4-BE49-F238E27FC236}">
                <a16:creationId xmlns:a16="http://schemas.microsoft.com/office/drawing/2014/main" id="{86E42EA9-CDEB-F979-6C39-8E911D3F0B18}"/>
              </a:ext>
            </a:extLst>
          </p:cNvPr>
          <p:cNvSpPr/>
          <p:nvPr/>
        </p:nvSpPr>
        <p:spPr>
          <a:xfrm>
            <a:off x="7107230" y="3156349"/>
            <a:ext cx="3157523" cy="507913"/>
          </a:xfrm>
          <a:prstGeom prst="roundRect">
            <a:avLst/>
          </a:prstGeom>
          <a:solidFill>
            <a:schemeClr val="accent4"/>
          </a:solidFill>
          <a:ln>
            <a:noFill/>
          </a:ln>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556"/>
              <a:t>OEMs Applications   </a:t>
            </a:r>
            <a:endParaRPr lang="en-CA" sz="1556"/>
          </a:p>
        </p:txBody>
      </p:sp>
      <p:pic>
        <p:nvPicPr>
          <p:cNvPr id="11" name="Grafik 10">
            <a:extLst>
              <a:ext uri="{FF2B5EF4-FFF2-40B4-BE49-F238E27FC236}">
                <a16:creationId xmlns:a16="http://schemas.microsoft.com/office/drawing/2014/main" id="{AAD25A79-D3AC-CF14-57E1-214E3DF26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9832" y="4037095"/>
            <a:ext cx="1762579" cy="358687"/>
          </a:xfrm>
          <a:prstGeom prst="rect">
            <a:avLst/>
          </a:prstGeom>
        </p:spPr>
      </p:pic>
      <p:pic>
        <p:nvPicPr>
          <p:cNvPr id="20" name="Grafik 19">
            <a:extLst>
              <a:ext uri="{FF2B5EF4-FFF2-40B4-BE49-F238E27FC236}">
                <a16:creationId xmlns:a16="http://schemas.microsoft.com/office/drawing/2014/main" id="{4F14A996-A43E-043C-1F99-9DA821F1B3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8012" y="5489510"/>
            <a:ext cx="369034" cy="369034"/>
          </a:xfrm>
          <a:prstGeom prst="rect">
            <a:avLst/>
          </a:prstGeom>
        </p:spPr>
      </p:pic>
      <p:pic>
        <p:nvPicPr>
          <p:cNvPr id="21" name="Grafik 20">
            <a:extLst>
              <a:ext uri="{FF2B5EF4-FFF2-40B4-BE49-F238E27FC236}">
                <a16:creationId xmlns:a16="http://schemas.microsoft.com/office/drawing/2014/main" id="{155D3F55-CABA-FF51-FB5A-63DA563D73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7126" y="5489510"/>
            <a:ext cx="369034" cy="369034"/>
          </a:xfrm>
          <a:prstGeom prst="rect">
            <a:avLst/>
          </a:prstGeom>
        </p:spPr>
      </p:pic>
      <p:grpSp>
        <p:nvGrpSpPr>
          <p:cNvPr id="37" name="Gruppieren 36">
            <a:extLst>
              <a:ext uri="{FF2B5EF4-FFF2-40B4-BE49-F238E27FC236}">
                <a16:creationId xmlns:a16="http://schemas.microsoft.com/office/drawing/2014/main" id="{83B2055D-BD09-A5C3-6433-8D647D6AC86D}"/>
              </a:ext>
            </a:extLst>
          </p:cNvPr>
          <p:cNvGrpSpPr/>
          <p:nvPr/>
        </p:nvGrpSpPr>
        <p:grpSpPr>
          <a:xfrm>
            <a:off x="1598820" y="1655178"/>
            <a:ext cx="7433591" cy="1280016"/>
            <a:chOff x="1291590" y="231573"/>
            <a:chExt cx="6688511" cy="1151718"/>
          </a:xfrm>
          <a:gradFill>
            <a:gsLst>
              <a:gs pos="100000">
                <a:schemeClr val="accent2"/>
              </a:gs>
              <a:gs pos="0">
                <a:schemeClr val="tx2"/>
              </a:gs>
            </a:gsLst>
            <a:lin ang="0" scaled="1"/>
          </a:gradFill>
        </p:grpSpPr>
        <p:sp>
          <p:nvSpPr>
            <p:cNvPr id="26" name="Rechteck: abgerundete Ecken 25">
              <a:extLst>
                <a:ext uri="{FF2B5EF4-FFF2-40B4-BE49-F238E27FC236}">
                  <a16:creationId xmlns:a16="http://schemas.microsoft.com/office/drawing/2014/main" id="{1A020E48-748D-BF74-FEE4-9400875B909A}"/>
                </a:ext>
              </a:extLst>
            </p:cNvPr>
            <p:cNvSpPr/>
            <p:nvPr/>
          </p:nvSpPr>
          <p:spPr>
            <a:xfrm>
              <a:off x="1291590" y="231573"/>
              <a:ext cx="2011680" cy="115171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de-DE" sz="1556"/>
                <a:t>Powertrain</a:t>
              </a:r>
            </a:p>
            <a:p>
              <a:pPr algn="ctr"/>
              <a:endParaRPr lang="de-DE" sz="1556"/>
            </a:p>
            <a:p>
              <a:pPr algn="ctr"/>
              <a:endParaRPr lang="de-DE" sz="1556"/>
            </a:p>
            <a:p>
              <a:pPr algn="ctr"/>
              <a:endParaRPr lang="de-DE" sz="1556"/>
            </a:p>
          </p:txBody>
        </p:sp>
        <p:sp>
          <p:nvSpPr>
            <p:cNvPr id="27" name="Rechteck: abgerundete Ecken 26">
              <a:extLst>
                <a:ext uri="{FF2B5EF4-FFF2-40B4-BE49-F238E27FC236}">
                  <a16:creationId xmlns:a16="http://schemas.microsoft.com/office/drawing/2014/main" id="{95FC45DF-3207-74EB-CB5A-025B6F4FE727}"/>
                </a:ext>
              </a:extLst>
            </p:cNvPr>
            <p:cNvSpPr/>
            <p:nvPr/>
          </p:nvSpPr>
          <p:spPr>
            <a:xfrm>
              <a:off x="3630005" y="231573"/>
              <a:ext cx="2011680" cy="115171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CA" sz="1556"/>
                <a:t>Electrification</a:t>
              </a:r>
            </a:p>
            <a:p>
              <a:pPr algn="ctr"/>
              <a:endParaRPr lang="de-DE" sz="1556"/>
            </a:p>
            <a:p>
              <a:pPr algn="ctr"/>
              <a:endParaRPr lang="de-DE" sz="1556"/>
            </a:p>
            <a:p>
              <a:pPr algn="ctr"/>
              <a:endParaRPr lang="de-DE" sz="1556"/>
            </a:p>
          </p:txBody>
        </p:sp>
        <p:sp>
          <p:nvSpPr>
            <p:cNvPr id="28" name="Rechteck: abgerundete Ecken 27">
              <a:extLst>
                <a:ext uri="{FF2B5EF4-FFF2-40B4-BE49-F238E27FC236}">
                  <a16:creationId xmlns:a16="http://schemas.microsoft.com/office/drawing/2014/main" id="{BE919509-6761-3619-794B-1A8162FC5B10}"/>
                </a:ext>
              </a:extLst>
            </p:cNvPr>
            <p:cNvSpPr/>
            <p:nvPr/>
          </p:nvSpPr>
          <p:spPr>
            <a:xfrm>
              <a:off x="5968421" y="231573"/>
              <a:ext cx="2011680" cy="115171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de-DE" sz="1556"/>
                <a:t>ADAS</a:t>
              </a:r>
            </a:p>
            <a:p>
              <a:pPr algn="ctr"/>
              <a:endParaRPr lang="de-DE" sz="1556"/>
            </a:p>
            <a:p>
              <a:pPr algn="ctr"/>
              <a:endParaRPr lang="de-DE" sz="1556"/>
            </a:p>
            <a:p>
              <a:pPr algn="ctr"/>
              <a:endParaRPr lang="de-DE" sz="1556"/>
            </a:p>
          </p:txBody>
        </p:sp>
      </p:grpSp>
      <p:pic>
        <p:nvPicPr>
          <p:cNvPr id="31" name="Grafik 30">
            <a:extLst>
              <a:ext uri="{FF2B5EF4-FFF2-40B4-BE49-F238E27FC236}">
                <a16:creationId xmlns:a16="http://schemas.microsoft.com/office/drawing/2014/main" id="{B3B060D1-1B16-3F29-77E5-4F562EBB81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2195" y="2188000"/>
            <a:ext cx="600154" cy="600154"/>
          </a:xfrm>
          <a:prstGeom prst="rect">
            <a:avLst/>
          </a:prstGeom>
        </p:spPr>
      </p:pic>
      <p:pic>
        <p:nvPicPr>
          <p:cNvPr id="34" name="Grafik 33">
            <a:extLst>
              <a:ext uri="{FF2B5EF4-FFF2-40B4-BE49-F238E27FC236}">
                <a16:creationId xmlns:a16="http://schemas.microsoft.com/office/drawing/2014/main" id="{4C9DFF65-802E-D8A9-48A4-B23A5C6E51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16300" y="2188000"/>
            <a:ext cx="600154" cy="600154"/>
          </a:xfrm>
          <a:prstGeom prst="rect">
            <a:avLst/>
          </a:prstGeom>
        </p:spPr>
      </p:pic>
      <p:pic>
        <p:nvPicPr>
          <p:cNvPr id="36" name="Grafik 35">
            <a:extLst>
              <a:ext uri="{FF2B5EF4-FFF2-40B4-BE49-F238E27FC236}">
                <a16:creationId xmlns:a16="http://schemas.microsoft.com/office/drawing/2014/main" id="{6A04C1F4-E263-7A4C-C44E-29828FD0D8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0026" y="2188000"/>
            <a:ext cx="600154" cy="600154"/>
          </a:xfrm>
          <a:prstGeom prst="rect">
            <a:avLst/>
          </a:prstGeom>
        </p:spPr>
      </p:pic>
    </p:spTree>
    <p:extLst>
      <p:ext uri="{BB962C8B-B14F-4D97-AF65-F5344CB8AC3E}">
        <p14:creationId xmlns:p14="http://schemas.microsoft.com/office/powerpoint/2010/main" val="4218454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16FB3-2A11-4ED6-04A6-54B9FC9B0362}"/>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6E3A5869-7F9F-D8EE-0914-18DBD4A02102}"/>
              </a:ext>
            </a:extLst>
          </p:cNvPr>
          <p:cNvSpPr/>
          <p:nvPr/>
        </p:nvSpPr>
        <p:spPr>
          <a:xfrm>
            <a:off x="196" y="1413240"/>
            <a:ext cx="12191136" cy="4778428"/>
          </a:xfrm>
          <a:prstGeom prst="rect">
            <a:avLst/>
          </a:prstGeom>
          <a:gradFill flip="none" rotWithShape="1">
            <a:gsLst>
              <a:gs pos="100000">
                <a:schemeClr val="accent2"/>
              </a:gs>
              <a:gs pos="0">
                <a:schemeClr val="accent1"/>
              </a:gs>
            </a:gsLst>
            <a:lin ang="0" scaled="1"/>
            <a:tileRect/>
          </a:gradFill>
          <a:ln>
            <a:noFill/>
          </a:ln>
        </p:spPr>
        <p:style>
          <a:lnRef idx="2">
            <a:srgbClr val="164293">
              <a:shade val="15000"/>
            </a:srgbClr>
          </a:lnRef>
          <a:fillRef idx="1">
            <a:srgbClr val="164293"/>
          </a:fillRef>
          <a:effectRef idx="0">
            <a:srgbClr val="16429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p>
        </p:txBody>
      </p:sp>
      <p:sp>
        <p:nvSpPr>
          <p:cNvPr id="4" name="Titel 3">
            <a:extLst>
              <a:ext uri="{FF2B5EF4-FFF2-40B4-BE49-F238E27FC236}">
                <a16:creationId xmlns:a16="http://schemas.microsoft.com/office/drawing/2014/main" id="{F5317900-2461-E19B-C946-E1B24A1BCE6A}"/>
              </a:ext>
            </a:extLst>
          </p:cNvPr>
          <p:cNvSpPr>
            <a:spLocks noGrp="1"/>
          </p:cNvSpPr>
          <p:nvPr>
            <p:ph type="title"/>
          </p:nvPr>
        </p:nvSpPr>
        <p:spPr>
          <a:xfrm>
            <a:off x="266700" y="755650"/>
            <a:ext cx="10515600" cy="392113"/>
          </a:xfrm>
        </p:spPr>
        <p:txBody>
          <a:bodyPr>
            <a:norm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de-DE" dirty="0"/>
              <a:t>Problem and Solution </a:t>
            </a:r>
          </a:p>
        </p:txBody>
      </p:sp>
      <p:sp>
        <p:nvSpPr>
          <p:cNvPr id="5" name="Textplatzhalter 4">
            <a:extLst>
              <a:ext uri="{FF2B5EF4-FFF2-40B4-BE49-F238E27FC236}">
                <a16:creationId xmlns:a16="http://schemas.microsoft.com/office/drawing/2014/main" id="{6AE4346A-26E3-BBDD-F115-56D94BDBD20B}"/>
              </a:ext>
            </a:extLst>
          </p:cNvPr>
          <p:cNvSpPr>
            <a:spLocks noGrp="1"/>
          </p:cNvSpPr>
          <p:nvPr>
            <p:ph type="body" sz="quarter" idx="15"/>
          </p:nvPr>
        </p:nvSpPr>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2800" dirty="0">
                <a:solidFill>
                  <a:srgbClr val="164293"/>
                </a:solidFill>
                <a:latin typeface="Arial"/>
                <a:cs typeface="Arial"/>
              </a:rPr>
              <a:t>AUTOSAR Middleware  </a:t>
            </a:r>
            <a:endParaRPr lang="en-CA" sz="2800" dirty="0">
              <a:solidFill>
                <a:srgbClr val="164293"/>
              </a:solidFill>
              <a:latin typeface="Arial"/>
              <a:cs typeface="Arial"/>
            </a:endParaRPr>
          </a:p>
        </p:txBody>
      </p:sp>
      <p:grpSp>
        <p:nvGrpSpPr>
          <p:cNvPr id="37" name="Gruppieren 36">
            <a:extLst>
              <a:ext uri="{FF2B5EF4-FFF2-40B4-BE49-F238E27FC236}">
                <a16:creationId xmlns:a16="http://schemas.microsoft.com/office/drawing/2014/main" id="{B7D0E2C1-1786-999B-BB0F-9B4DC4A1AA1C}"/>
              </a:ext>
            </a:extLst>
          </p:cNvPr>
          <p:cNvGrpSpPr/>
          <p:nvPr/>
        </p:nvGrpSpPr>
        <p:grpSpPr>
          <a:xfrm>
            <a:off x="266302" y="2999770"/>
            <a:ext cx="6135464" cy="2553659"/>
            <a:chOff x="239433" y="2725199"/>
            <a:chExt cx="5520497" cy="2297702"/>
          </a:xfrm>
        </p:grpSpPr>
        <p:grpSp>
          <p:nvGrpSpPr>
            <p:cNvPr id="12" name="Gruppieren 11">
              <a:extLst>
                <a:ext uri="{FF2B5EF4-FFF2-40B4-BE49-F238E27FC236}">
                  <a16:creationId xmlns:a16="http://schemas.microsoft.com/office/drawing/2014/main" id="{6C1D2F14-F150-4112-878A-0431AF73226E}"/>
                </a:ext>
              </a:extLst>
            </p:cNvPr>
            <p:cNvGrpSpPr/>
            <p:nvPr/>
          </p:nvGrpSpPr>
          <p:grpSpPr>
            <a:xfrm>
              <a:off x="239433" y="2725199"/>
              <a:ext cx="5520497" cy="630000"/>
              <a:chOff x="239433" y="2725199"/>
              <a:chExt cx="5520497" cy="630000"/>
            </a:xfrm>
          </p:grpSpPr>
          <p:sp>
            <p:nvSpPr>
              <p:cNvPr id="20" name="Abgerundetes Rechteck 7">
                <a:extLst>
                  <a:ext uri="{FF2B5EF4-FFF2-40B4-BE49-F238E27FC236}">
                    <a16:creationId xmlns:a16="http://schemas.microsoft.com/office/drawing/2014/main" id="{95BE406A-CA3A-A596-3031-01B23A1D977F}"/>
                  </a:ext>
                </a:extLst>
              </p:cNvPr>
              <p:cNvSpPr/>
              <p:nvPr/>
            </p:nvSpPr>
            <p:spPr>
              <a:xfrm>
                <a:off x="239433" y="2725199"/>
                <a:ext cx="5002374" cy="630000"/>
              </a:xfrm>
              <a:prstGeom prst="roundRect">
                <a:avLst>
                  <a:gd name="adj" fmla="val 50000"/>
                </a:avLst>
              </a:prstGeom>
              <a:gradFill flip="none" rotWithShape="1">
                <a:gsLst>
                  <a:gs pos="0">
                    <a:schemeClr val="accent4"/>
                  </a:gs>
                  <a:gs pos="100000">
                    <a:schemeClr val="accent3"/>
                  </a:gs>
                </a:gsLst>
                <a:lin ang="0" scaled="0"/>
                <a:tileRect/>
              </a:gradFill>
              <a:ln>
                <a:noFill/>
              </a:ln>
            </p:spPr>
            <p:style>
              <a:lnRef idx="2">
                <a:srgbClr val="164293">
                  <a:shade val="15000"/>
                </a:srgbClr>
              </a:lnRef>
              <a:fillRef idx="1">
                <a:srgbClr val="164293"/>
              </a:fillRef>
              <a:effectRef idx="0">
                <a:srgbClr val="16429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latin typeface="Manrope" pitchFamily="2" charset="0"/>
                </a:endParaRPr>
              </a:p>
            </p:txBody>
          </p:sp>
          <p:sp>
            <p:nvSpPr>
              <p:cNvPr id="21" name="Textfeld 20">
                <a:extLst>
                  <a:ext uri="{FF2B5EF4-FFF2-40B4-BE49-F238E27FC236}">
                    <a16:creationId xmlns:a16="http://schemas.microsoft.com/office/drawing/2014/main" id="{455A3F5F-0D44-02F0-759B-9643B81428A8}"/>
                  </a:ext>
                </a:extLst>
              </p:cNvPr>
              <p:cNvSpPr txBox="1"/>
              <p:nvPr/>
            </p:nvSpPr>
            <p:spPr>
              <a:xfrm>
                <a:off x="815371" y="2917089"/>
                <a:ext cx="4944559" cy="246221"/>
              </a:xfrm>
              <a:prstGeom prst="rect">
                <a:avLst/>
              </a:prstGeom>
              <a:noFill/>
            </p:spPr>
            <p:txBody>
              <a:bodyPr wrap="square" lIns="100026" tIns="0" rIns="100026"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1778">
                    <a:solidFill>
                      <a:srgbClr val="FFFFFF"/>
                    </a:solidFill>
                  </a:rPr>
                  <a:t>Reusability and portability via unified SW stack  </a:t>
                </a:r>
              </a:p>
            </p:txBody>
          </p:sp>
          <p:pic>
            <p:nvPicPr>
              <p:cNvPr id="22" name="Inhaltsplatzhalter 6">
                <a:extLst>
                  <a:ext uri="{FF2B5EF4-FFF2-40B4-BE49-F238E27FC236}">
                    <a16:creationId xmlns:a16="http://schemas.microsoft.com/office/drawing/2014/main" id="{E3B9390F-4A44-98BC-9F3B-D59D55CB0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330" y="2815199"/>
                <a:ext cx="450000" cy="450000"/>
              </a:xfrm>
              <a:prstGeom prst="rect">
                <a:avLst/>
              </a:prstGeom>
            </p:spPr>
          </p:pic>
        </p:grpSp>
        <p:grpSp>
          <p:nvGrpSpPr>
            <p:cNvPr id="23" name="Gruppieren 22">
              <a:extLst>
                <a:ext uri="{FF2B5EF4-FFF2-40B4-BE49-F238E27FC236}">
                  <a16:creationId xmlns:a16="http://schemas.microsoft.com/office/drawing/2014/main" id="{A446F021-7D18-3745-0E0A-F7100B821DA6}"/>
                </a:ext>
              </a:extLst>
            </p:cNvPr>
            <p:cNvGrpSpPr/>
            <p:nvPr/>
          </p:nvGrpSpPr>
          <p:grpSpPr>
            <a:xfrm>
              <a:off x="239435" y="3559050"/>
              <a:ext cx="5073869" cy="630000"/>
              <a:chOff x="4893440" y="4392901"/>
              <a:chExt cx="5073869" cy="630000"/>
            </a:xfrm>
          </p:grpSpPr>
          <p:sp>
            <p:nvSpPr>
              <p:cNvPr id="24" name="Abgerundetes Rechteck 7">
                <a:extLst>
                  <a:ext uri="{FF2B5EF4-FFF2-40B4-BE49-F238E27FC236}">
                    <a16:creationId xmlns:a16="http://schemas.microsoft.com/office/drawing/2014/main" id="{45A59B11-8A34-1545-F5D3-99B25E2209FE}"/>
                  </a:ext>
                </a:extLst>
              </p:cNvPr>
              <p:cNvSpPr/>
              <p:nvPr/>
            </p:nvSpPr>
            <p:spPr>
              <a:xfrm>
                <a:off x="4893440" y="4392901"/>
                <a:ext cx="5002372" cy="630000"/>
              </a:xfrm>
              <a:prstGeom prst="roundRect">
                <a:avLst>
                  <a:gd name="adj" fmla="val 50000"/>
                </a:avLst>
              </a:prstGeom>
              <a:gradFill flip="none" rotWithShape="1">
                <a:gsLst>
                  <a:gs pos="0">
                    <a:schemeClr val="accent4"/>
                  </a:gs>
                  <a:gs pos="100000">
                    <a:schemeClr val="accent3"/>
                  </a:gs>
                </a:gsLst>
                <a:lin ang="0" scaled="0"/>
                <a:tileRect/>
              </a:gradFill>
              <a:ln>
                <a:noFill/>
              </a:ln>
            </p:spPr>
            <p:style>
              <a:lnRef idx="2">
                <a:srgbClr val="164293">
                  <a:shade val="15000"/>
                </a:srgbClr>
              </a:lnRef>
              <a:fillRef idx="1">
                <a:srgbClr val="164293"/>
              </a:fillRef>
              <a:effectRef idx="0">
                <a:srgbClr val="16429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latin typeface="Manrope" pitchFamily="2" charset="0"/>
                </a:endParaRPr>
              </a:p>
            </p:txBody>
          </p:sp>
          <p:sp>
            <p:nvSpPr>
              <p:cNvPr id="25" name="Textfeld 24">
                <a:extLst>
                  <a:ext uri="{FF2B5EF4-FFF2-40B4-BE49-F238E27FC236}">
                    <a16:creationId xmlns:a16="http://schemas.microsoft.com/office/drawing/2014/main" id="{712435D0-B06F-C9B8-B356-41D6CE21D260}"/>
                  </a:ext>
                </a:extLst>
              </p:cNvPr>
              <p:cNvSpPr txBox="1"/>
              <p:nvPr/>
            </p:nvSpPr>
            <p:spPr>
              <a:xfrm>
                <a:off x="5469376" y="4584791"/>
                <a:ext cx="4497933" cy="246221"/>
              </a:xfrm>
              <a:prstGeom prst="rect">
                <a:avLst/>
              </a:prstGeom>
              <a:noFill/>
            </p:spPr>
            <p:txBody>
              <a:bodyPr wrap="square" lIns="100026" tIns="0" rIns="100026"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1778">
                    <a:solidFill>
                      <a:srgbClr val="FFFFFF"/>
                    </a:solidFill>
                  </a:rPr>
                  <a:t>Accelerates development and integration efforts </a:t>
                </a:r>
              </a:p>
            </p:txBody>
          </p:sp>
          <p:pic>
            <p:nvPicPr>
              <p:cNvPr id="26" name="Inhaltsplatzhalter 6">
                <a:extLst>
                  <a:ext uri="{FF2B5EF4-FFF2-40B4-BE49-F238E27FC236}">
                    <a16:creationId xmlns:a16="http://schemas.microsoft.com/office/drawing/2014/main" id="{05A1D910-E110-5306-DD25-2FD8B520E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0335" y="4482901"/>
                <a:ext cx="450000" cy="450000"/>
              </a:xfrm>
              <a:prstGeom prst="rect">
                <a:avLst/>
              </a:prstGeom>
            </p:spPr>
          </p:pic>
        </p:grpSp>
        <p:grpSp>
          <p:nvGrpSpPr>
            <p:cNvPr id="27" name="Gruppieren 26">
              <a:extLst>
                <a:ext uri="{FF2B5EF4-FFF2-40B4-BE49-F238E27FC236}">
                  <a16:creationId xmlns:a16="http://schemas.microsoft.com/office/drawing/2014/main" id="{318FD6A4-4630-C222-B940-2E7F178A012E}"/>
                </a:ext>
              </a:extLst>
            </p:cNvPr>
            <p:cNvGrpSpPr/>
            <p:nvPr/>
          </p:nvGrpSpPr>
          <p:grpSpPr>
            <a:xfrm>
              <a:off x="239437" y="4392901"/>
              <a:ext cx="5449264" cy="630000"/>
              <a:chOff x="4893442" y="4392901"/>
              <a:chExt cx="5449264" cy="630000"/>
            </a:xfrm>
          </p:grpSpPr>
          <p:sp>
            <p:nvSpPr>
              <p:cNvPr id="28" name="Abgerundetes Rechteck 7">
                <a:extLst>
                  <a:ext uri="{FF2B5EF4-FFF2-40B4-BE49-F238E27FC236}">
                    <a16:creationId xmlns:a16="http://schemas.microsoft.com/office/drawing/2014/main" id="{24532C63-B343-87EE-9BFE-AE9E7D59CF7A}"/>
                  </a:ext>
                </a:extLst>
              </p:cNvPr>
              <p:cNvSpPr/>
              <p:nvPr/>
            </p:nvSpPr>
            <p:spPr>
              <a:xfrm>
                <a:off x="4893442" y="4392901"/>
                <a:ext cx="5002370" cy="630000"/>
              </a:xfrm>
              <a:prstGeom prst="roundRect">
                <a:avLst>
                  <a:gd name="adj" fmla="val 50000"/>
                </a:avLst>
              </a:prstGeom>
              <a:gradFill flip="none" rotWithShape="1">
                <a:gsLst>
                  <a:gs pos="0">
                    <a:schemeClr val="accent4"/>
                  </a:gs>
                  <a:gs pos="100000">
                    <a:schemeClr val="accent3"/>
                  </a:gs>
                </a:gsLst>
                <a:lin ang="0" scaled="0"/>
                <a:tileRect/>
              </a:gradFill>
              <a:ln>
                <a:noFill/>
              </a:ln>
            </p:spPr>
            <p:style>
              <a:lnRef idx="2">
                <a:srgbClr val="164293">
                  <a:shade val="15000"/>
                </a:srgbClr>
              </a:lnRef>
              <a:fillRef idx="1">
                <a:srgbClr val="164293"/>
              </a:fillRef>
              <a:effectRef idx="0">
                <a:srgbClr val="16429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latin typeface="Manrope" pitchFamily="2" charset="0"/>
                </a:endParaRPr>
              </a:p>
            </p:txBody>
          </p:sp>
          <p:sp>
            <p:nvSpPr>
              <p:cNvPr id="29" name="Textfeld 28">
                <a:extLst>
                  <a:ext uri="{FF2B5EF4-FFF2-40B4-BE49-F238E27FC236}">
                    <a16:creationId xmlns:a16="http://schemas.microsoft.com/office/drawing/2014/main" id="{35D69C49-5783-D121-5070-C026704A178C}"/>
                  </a:ext>
                </a:extLst>
              </p:cNvPr>
              <p:cNvSpPr txBox="1"/>
              <p:nvPr/>
            </p:nvSpPr>
            <p:spPr>
              <a:xfrm>
                <a:off x="5469376" y="4584791"/>
                <a:ext cx="4873330" cy="246221"/>
              </a:xfrm>
              <a:prstGeom prst="rect">
                <a:avLst/>
              </a:prstGeom>
              <a:noFill/>
            </p:spPr>
            <p:txBody>
              <a:bodyPr wrap="square" lIns="100026" tIns="0" rIns="100026"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1778">
                    <a:solidFill>
                      <a:srgbClr val="FFFFFF"/>
                    </a:solidFill>
                  </a:rPr>
                  <a:t>Compliant, scalable and compatible SW stack </a:t>
                </a:r>
              </a:p>
            </p:txBody>
          </p:sp>
          <p:pic>
            <p:nvPicPr>
              <p:cNvPr id="30" name="Inhaltsplatzhalter 6">
                <a:extLst>
                  <a:ext uri="{FF2B5EF4-FFF2-40B4-BE49-F238E27FC236}">
                    <a16:creationId xmlns:a16="http://schemas.microsoft.com/office/drawing/2014/main" id="{8BCFC921-D3EF-4236-02E4-59294C25E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0335" y="4482901"/>
                <a:ext cx="450000" cy="450000"/>
              </a:xfrm>
              <a:prstGeom prst="rect">
                <a:avLst/>
              </a:prstGeom>
            </p:spPr>
          </p:pic>
        </p:grpSp>
      </p:grpSp>
      <p:grpSp>
        <p:nvGrpSpPr>
          <p:cNvPr id="10" name="Gruppieren 9">
            <a:extLst>
              <a:ext uri="{FF2B5EF4-FFF2-40B4-BE49-F238E27FC236}">
                <a16:creationId xmlns:a16="http://schemas.microsoft.com/office/drawing/2014/main" id="{DFDFB465-3A01-D0E6-AE0F-D448CB1ECE35}"/>
              </a:ext>
            </a:extLst>
          </p:cNvPr>
          <p:cNvGrpSpPr/>
          <p:nvPr/>
        </p:nvGrpSpPr>
        <p:grpSpPr>
          <a:xfrm>
            <a:off x="197" y="1517838"/>
            <a:ext cx="5349376" cy="999049"/>
            <a:chOff x="0" y="1544615"/>
            <a:chExt cx="4813200" cy="720000"/>
          </a:xfrm>
        </p:grpSpPr>
        <p:sp>
          <p:nvSpPr>
            <p:cNvPr id="34" name="Rechteck: obere Ecken abgerundet 33">
              <a:extLst>
                <a:ext uri="{FF2B5EF4-FFF2-40B4-BE49-F238E27FC236}">
                  <a16:creationId xmlns:a16="http://schemas.microsoft.com/office/drawing/2014/main" id="{AD0FF4DA-A371-BB90-8DA3-8624C51C7E6D}"/>
                </a:ext>
              </a:extLst>
            </p:cNvPr>
            <p:cNvSpPr/>
            <p:nvPr/>
          </p:nvSpPr>
          <p:spPr>
            <a:xfrm rot="5400000">
              <a:off x="2046600" y="-501985"/>
              <a:ext cx="720000" cy="4813200"/>
            </a:xfrm>
            <a:prstGeom prst="round2SameRect">
              <a:avLst>
                <a:gd name="adj1" fmla="val 50000"/>
                <a:gd name="adj2" fmla="val 0"/>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p>
          </p:txBody>
        </p:sp>
        <p:sp>
          <p:nvSpPr>
            <p:cNvPr id="35" name="Title 2">
              <a:extLst>
                <a:ext uri="{FF2B5EF4-FFF2-40B4-BE49-F238E27FC236}">
                  <a16:creationId xmlns:a16="http://schemas.microsoft.com/office/drawing/2014/main" id="{5828439B-0F1E-8268-E438-4EAC553C31F1}"/>
                </a:ext>
              </a:extLst>
            </p:cNvPr>
            <p:cNvSpPr txBox="1">
              <a:spLocks/>
            </p:cNvSpPr>
            <p:nvPr/>
          </p:nvSpPr>
          <p:spPr>
            <a:xfrm>
              <a:off x="239433" y="1937037"/>
              <a:ext cx="4129400" cy="276999"/>
            </a:xfrm>
            <a:prstGeom prst="rect">
              <a:avLst/>
            </a:prstGeom>
            <a:noFill/>
          </p:spPr>
          <p:txBody>
            <a:bodyPr vert="horz" wrap="none" lIns="0" tIns="0" rIns="0" bIns="0" rtlCol="0" anchor="t"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85792">
                <a:lnSpc>
                  <a:spcPct val="100000"/>
                </a:lnSpc>
                <a:defRPr/>
              </a:pPr>
              <a:r>
                <a:rPr lang="en-US" sz="2001" b="1">
                  <a:gradFill flip="none" rotWithShape="1">
                    <a:gsLst>
                      <a:gs pos="0">
                        <a:schemeClr val="accent1"/>
                      </a:gs>
                      <a:gs pos="100000">
                        <a:schemeClr val="accent2"/>
                      </a:gs>
                    </a:gsLst>
                    <a:lin ang="0" scaled="1"/>
                    <a:tileRect/>
                  </a:gradFill>
                </a:rPr>
                <a:t>What problem does AUTOSAR solve?</a:t>
              </a:r>
            </a:p>
          </p:txBody>
        </p:sp>
      </p:grpSp>
      <p:sp>
        <p:nvSpPr>
          <p:cNvPr id="3" name="Rechteck: obere Ecken abgerundet 2">
            <a:extLst>
              <a:ext uri="{FF2B5EF4-FFF2-40B4-BE49-F238E27FC236}">
                <a16:creationId xmlns:a16="http://schemas.microsoft.com/office/drawing/2014/main" id="{53E3D6DF-9630-08D2-A0AA-49431B095C1C}"/>
              </a:ext>
            </a:extLst>
          </p:cNvPr>
          <p:cNvSpPr>
            <a:spLocks noChangeAspect="1"/>
          </p:cNvSpPr>
          <p:nvPr/>
        </p:nvSpPr>
        <p:spPr>
          <a:xfrm rot="16200000">
            <a:off x="7190046" y="-440113"/>
            <a:ext cx="3600926" cy="6401647"/>
          </a:xfrm>
          <a:prstGeom prst="round2SameRect">
            <a:avLst>
              <a:gd name="adj1" fmla="val 50000"/>
              <a:gd name="adj2" fmla="val 0"/>
            </a:avLst>
          </a:prstGeom>
          <a:blipFill dpi="0" rotWithShape="0">
            <a:blip r:embed="rId4">
              <a:extLst>
                <a:ext uri="{28A0092B-C50C-407E-A947-70E740481C1C}">
                  <a14:useLocalDpi xmlns:a14="http://schemas.microsoft.com/office/drawing/2010/main" val="0"/>
                </a:ext>
              </a:extLst>
            </a:blip>
            <a:srcRect/>
            <a:stretch>
              <a:fillRect/>
            </a:stretch>
          </a:blipFill>
          <a:ln w="19050">
            <a:noFill/>
          </a:ln>
        </p:spPr>
        <p:style>
          <a:lnRef idx="2">
            <a:srgbClr val="164293">
              <a:shade val="50000"/>
            </a:srgbClr>
          </a:lnRef>
          <a:fillRef idx="1">
            <a:srgbClr val="164293"/>
          </a:fillRef>
          <a:effectRef idx="0">
            <a:srgbClr val="164293"/>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p>
        </p:txBody>
      </p:sp>
      <p:pic>
        <p:nvPicPr>
          <p:cNvPr id="8" name="Picture 7">
            <a:extLst>
              <a:ext uri="{FF2B5EF4-FFF2-40B4-BE49-F238E27FC236}">
                <a16:creationId xmlns:a16="http://schemas.microsoft.com/office/drawing/2014/main" id="{9B8CC877-9F14-C4C3-9925-F38D973C9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08907" y="4634213"/>
            <a:ext cx="1299722" cy="1299722"/>
          </a:xfrm>
          <a:prstGeom prst="rect">
            <a:avLst/>
          </a:prstGeom>
        </p:spPr>
      </p:pic>
      <p:pic>
        <p:nvPicPr>
          <p:cNvPr id="9" name="Picture 8">
            <a:extLst>
              <a:ext uri="{FF2B5EF4-FFF2-40B4-BE49-F238E27FC236}">
                <a16:creationId xmlns:a16="http://schemas.microsoft.com/office/drawing/2014/main" id="{42A3F169-D331-2732-D197-EE656D82CC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42167" y="4650044"/>
            <a:ext cx="1338647" cy="1338647"/>
          </a:xfrm>
          <a:prstGeom prst="rect">
            <a:avLst/>
          </a:prstGeom>
        </p:spPr>
      </p:pic>
      <p:pic>
        <p:nvPicPr>
          <p:cNvPr id="14" name="Grafik 13">
            <a:extLst>
              <a:ext uri="{FF2B5EF4-FFF2-40B4-BE49-F238E27FC236}">
                <a16:creationId xmlns:a16="http://schemas.microsoft.com/office/drawing/2014/main" id="{C7B377B7-0B31-6D90-496A-A32150F2DD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91" y="1548793"/>
            <a:ext cx="2362455" cy="480763"/>
          </a:xfrm>
          <a:prstGeom prst="rect">
            <a:avLst/>
          </a:prstGeom>
        </p:spPr>
      </p:pic>
    </p:spTree>
    <p:extLst>
      <p:ext uri="{BB962C8B-B14F-4D97-AF65-F5344CB8AC3E}">
        <p14:creationId xmlns:p14="http://schemas.microsoft.com/office/powerpoint/2010/main" val="1615288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a:extLst>
            <a:ext uri="{FF2B5EF4-FFF2-40B4-BE49-F238E27FC236}">
              <a16:creationId xmlns:a16="http://schemas.microsoft.com/office/drawing/2014/main" id="{7E7DE882-82DB-70F5-3D50-7F83B48570CC}"/>
            </a:ext>
          </a:extLst>
        </p:cNvPr>
        <p:cNvGrpSpPr/>
        <p:nvPr/>
      </p:nvGrpSpPr>
      <p:grpSpPr>
        <a:xfrm>
          <a:off x="0" y="0"/>
          <a:ext cx="0" cy="0"/>
          <a:chOff x="0" y="0"/>
          <a:chExt cx="0" cy="0"/>
        </a:xfrm>
      </p:grpSpPr>
      <p:sp>
        <p:nvSpPr>
          <p:cNvPr id="10" name="Section Label">
            <a:extLst>
              <a:ext uri="{FF2B5EF4-FFF2-40B4-BE49-F238E27FC236}">
                <a16:creationId xmlns:a16="http://schemas.microsoft.com/office/drawing/2014/main" id="{0C29A61E-B333-CDDA-4758-F57B2200953B}"/>
              </a:ext>
            </a:extLst>
          </p:cNvPr>
          <p:cNvSpPr/>
          <p:nvPr/>
        </p:nvSpPr>
        <p:spPr>
          <a:xfrm>
            <a:off x="914400" y="2286000"/>
            <a:ext cx="6000000" cy="400000"/>
          </a:xfrm>
          <a:prstGeom prst="rect">
            <a:avLst/>
          </a:prstGeom>
        </p:spPr>
        <p:txBody>
          <a:bodyPr wrap="square" lIns="91440" tIns="45720" rIns="91440" bIns="45720" anchor="t">
            <a:noAutofit/>
          </a:bodyPr>
          <a:lstStyle/>
          <a:p>
            <a:r>
              <a:rPr lang="en-US" sz="1600" b="1" spc="200" dirty="0">
                <a:solidFill>
                  <a:srgbClr val="E50000"/>
                </a:solidFill>
                <a:latin typeface="Eurostile"/>
              </a:rPr>
              <a:t>SECTION 02</a:t>
            </a:r>
          </a:p>
        </p:txBody>
      </p:sp>
      <p:sp>
        <p:nvSpPr>
          <p:cNvPr id="11" name="Section Title">
            <a:extLst>
              <a:ext uri="{FF2B5EF4-FFF2-40B4-BE49-F238E27FC236}">
                <a16:creationId xmlns:a16="http://schemas.microsoft.com/office/drawing/2014/main" id="{303B5130-A3B8-B278-CEC8-4B249968951D}"/>
              </a:ext>
            </a:extLst>
          </p:cNvPr>
          <p:cNvSpPr/>
          <p:nvPr/>
        </p:nvSpPr>
        <p:spPr>
          <a:xfrm>
            <a:off x="914400" y="2743200"/>
            <a:ext cx="10363200" cy="1500000"/>
          </a:xfrm>
          <a:prstGeom prst="rect">
            <a:avLst/>
          </a:prstGeom>
        </p:spPr>
        <p:txBody>
          <a:bodyPr wrap="square" lIns="91440" tIns="45720" rIns="91440" bIns="45720" anchor="t">
            <a:noAutofit/>
          </a:bodyPr>
          <a:lstStyle/>
          <a:p>
            <a:r>
              <a:rPr lang="en-US" sz="3600" dirty="0">
                <a:solidFill>
                  <a:srgbClr val="FFFFFF"/>
                </a:solidFill>
                <a:latin typeface="Arial"/>
                <a:cs typeface="Arial"/>
              </a:rPr>
              <a:t>Automotive ECU Integration Reality </a:t>
            </a:r>
            <a:endParaRPr lang="en-US" dirty="0"/>
          </a:p>
        </p:txBody>
      </p:sp>
      <p:sp>
        <p:nvSpPr>
          <p:cNvPr id="12" name="Section Subtitle">
            <a:extLst>
              <a:ext uri="{FF2B5EF4-FFF2-40B4-BE49-F238E27FC236}">
                <a16:creationId xmlns:a16="http://schemas.microsoft.com/office/drawing/2014/main" id="{1FEF4984-CD97-FADE-5F98-EC663D052463}"/>
              </a:ext>
            </a:extLst>
          </p:cNvPr>
          <p:cNvSpPr/>
          <p:nvPr/>
        </p:nvSpPr>
        <p:spPr>
          <a:xfrm>
            <a:off x="914400" y="4267200"/>
            <a:ext cx="8500000" cy="500000"/>
          </a:xfrm>
          <a:prstGeom prst="rect">
            <a:avLst/>
          </a:prstGeom>
        </p:spPr>
        <p:txBody>
          <a:bodyPr wrap="square" lIns="91440" tIns="45720" rIns="91440" bIns="45720" anchor="t">
            <a:noAutofit/>
          </a:bodyPr>
          <a:lstStyle/>
          <a:p>
            <a:r>
              <a:rPr lang="en-US" sz="2400" dirty="0">
                <a:solidFill>
                  <a:srgbClr val="FFFFFF"/>
                </a:solidFill>
                <a:latin typeface="Arial"/>
                <a:cs typeface="Arial"/>
              </a:rPr>
              <a:t>AUTOSAR Challenges </a:t>
            </a:r>
            <a:endParaRPr lang="en-US" dirty="0"/>
          </a:p>
          <a:p>
            <a:endParaRPr lang="en-US" sz="1800" dirty="0">
              <a:solidFill>
                <a:srgbClr val="CADCFC"/>
              </a:solidFill>
              <a:latin typeface="Eurostile"/>
            </a:endParaRPr>
          </a:p>
        </p:txBody>
      </p:sp>
      <p:cxnSp>
        <p:nvCxnSpPr>
          <p:cNvPr id="13" name="Accent Line">
            <a:extLst>
              <a:ext uri="{FF2B5EF4-FFF2-40B4-BE49-F238E27FC236}">
                <a16:creationId xmlns:a16="http://schemas.microsoft.com/office/drawing/2014/main" id="{4FDD36EB-8B94-CED9-171D-59ACA916165A}"/>
              </a:ext>
            </a:extLst>
          </p:cNvPr>
          <p:cNvCxnSpPr/>
          <p:nvPr/>
        </p:nvCxnSpPr>
        <p:spPr>
          <a:xfrm>
            <a:off x="914400" y="1828800"/>
            <a:ext cx="914400" cy="0"/>
          </a:xfrm>
          <a:prstGeom prst="line">
            <a:avLst/>
          </a:prstGeom>
          <a:ln w="38100">
            <a:solidFill>
              <a:srgbClr val="E50000"/>
            </a:solidFill>
          </a:ln>
        </p:spPr>
      </p:cxnSp>
      <p:sp>
        <p:nvSpPr>
          <p:cNvPr id="80" name="Wordmark">
            <a:extLst>
              <a:ext uri="{FF2B5EF4-FFF2-40B4-BE49-F238E27FC236}">
                <a16:creationId xmlns:a16="http://schemas.microsoft.com/office/drawing/2014/main" id="{E9607474-F379-A951-863D-1317FCD8C9CE}"/>
              </a:ext>
            </a:extLst>
          </p:cNvPr>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a:extLst>
              <a:ext uri="{FF2B5EF4-FFF2-40B4-BE49-F238E27FC236}">
                <a16:creationId xmlns:a16="http://schemas.microsoft.com/office/drawing/2014/main" id="{46F37129-872D-462B-8DC5-56251F0BB7DB}"/>
              </a:ext>
            </a:extLst>
          </p:cNvPr>
          <p:cNvSpPr/>
          <p:nvPr/>
        </p:nvSpPr>
        <p:spPr>
          <a:xfrm>
            <a:off x="914400" y="6480810"/>
            <a:ext cx="900000" cy="300000"/>
          </a:xfrm>
          <a:prstGeom prst="rect">
            <a:avLst/>
          </a:prstGeom>
        </p:spPr>
        <p:txBody>
          <a:bodyPr/>
          <a:lstStyle/>
          <a:p>
            <a:fld id="{CF52B9C1-502B-0743-A000-5B48F70CA477}" type="slidenum">
              <a:rPr lang="en-US" sz="1200" smtClean="0">
                <a:solidFill>
                  <a:srgbClr val="8FA3BF"/>
                </a:solidFill>
                <a:latin typeface="Eurostile"/>
              </a:rPr>
              <a:t>8</a:t>
            </a:fld>
            <a:endParaRPr lang="en-US" sz="1200">
              <a:solidFill>
                <a:srgbClr val="8FA3BF"/>
              </a:solidFill>
              <a:latin typeface="Eurostile"/>
            </a:endParaRPr>
          </a:p>
        </p:txBody>
      </p:sp>
    </p:spTree>
    <p:extLst>
      <p:ext uri="{BB962C8B-B14F-4D97-AF65-F5344CB8AC3E}">
        <p14:creationId xmlns:p14="http://schemas.microsoft.com/office/powerpoint/2010/main" val="1549708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6" y="111"/>
            <a:ext cx="12191608" cy="6857779"/>
          </a:xfrm>
          <a:prstGeom prst="rect">
            <a:avLst/>
          </a:prstGeom>
        </p:spPr>
      </p:pic>
      <p:sp>
        <p:nvSpPr>
          <p:cNvPr id="4" name="Rounded Rectangle 3"/>
          <p:cNvSpPr/>
          <p:nvPr/>
        </p:nvSpPr>
        <p:spPr>
          <a:xfrm>
            <a:off x="381185" y="1114499"/>
            <a:ext cx="5600519" cy="4819495"/>
          </a:xfrm>
          <a:prstGeom prst="roundRect">
            <a:avLst>
              <a:gd name="adj" fmla="val 316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5" name="Rounded Rectangle 4"/>
          <p:cNvSpPr/>
          <p:nvPr/>
        </p:nvSpPr>
        <p:spPr>
          <a:xfrm>
            <a:off x="6210297" y="1114499"/>
            <a:ext cx="5600519" cy="4819495"/>
          </a:xfrm>
          <a:prstGeom prst="roundRect">
            <a:avLst>
              <a:gd name="adj" fmla="val 316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6" name="Rounded Rectangle 5"/>
          <p:cNvSpPr/>
          <p:nvPr/>
        </p:nvSpPr>
        <p:spPr>
          <a:xfrm>
            <a:off x="619302" y="4686260"/>
            <a:ext cx="5124286" cy="1009617"/>
          </a:xfrm>
          <a:prstGeom prst="roundRect">
            <a:avLst>
              <a:gd name="adj" fmla="val 11320"/>
            </a:avLst>
          </a:prstGeom>
          <a:solidFill>
            <a:srgbClr val="EFF6FF">
              <a:alpha val="50000"/>
            </a:srgbClr>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7" name="Rounded Rectangle 6"/>
          <p:cNvSpPr/>
          <p:nvPr/>
        </p:nvSpPr>
        <p:spPr>
          <a:xfrm>
            <a:off x="619302" y="1352617"/>
            <a:ext cx="304791" cy="304791"/>
          </a:xfrm>
          <a:prstGeom prst="roundRect">
            <a:avLst>
              <a:gd name="adj" fmla="val 25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8" name="Rounded Rectangle 7"/>
          <p:cNvSpPr/>
          <p:nvPr/>
        </p:nvSpPr>
        <p:spPr>
          <a:xfrm>
            <a:off x="6448414" y="1352617"/>
            <a:ext cx="304791" cy="304791"/>
          </a:xfrm>
          <a:prstGeom prst="roundRect">
            <a:avLst>
              <a:gd name="adj" fmla="val 25000"/>
            </a:avLst>
          </a:prstGeom>
          <a:solidFill>
            <a:srgbClr val="FFF1F2"/>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9" name="TextBox 8"/>
          <p:cNvSpPr txBox="1"/>
          <p:nvPr/>
        </p:nvSpPr>
        <p:spPr>
          <a:xfrm>
            <a:off x="381185" y="381099"/>
            <a:ext cx="6813632" cy="430887"/>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buClr>
                <a:srgbClr val="000000"/>
              </a:buClr>
              <a:buSzPct val="100000"/>
            </a:pPr>
            <a:r>
              <a:rPr sz="2800" dirty="0">
                <a:solidFill>
                  <a:srgbClr val="164293"/>
                </a:solidFill>
                <a:latin typeface="Arial"/>
                <a:cs typeface="Arial"/>
              </a:rPr>
              <a:t>The ECU Integration Reality</a:t>
            </a:r>
          </a:p>
        </p:txBody>
      </p:sp>
      <p:sp>
        <p:nvSpPr>
          <p:cNvPr id="14" name="TextBox 13"/>
          <p:cNvSpPr txBox="1"/>
          <p:nvPr/>
        </p:nvSpPr>
        <p:spPr>
          <a:xfrm>
            <a:off x="619302" y="1809803"/>
            <a:ext cx="5124286" cy="147687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Automotive software content is growing exponentially, yet production cost pressures keep microcontroller margins extremely tight.</a:t>
            </a:r>
          </a:p>
        </p:txBody>
      </p:sp>
      <p:sp>
        <p:nvSpPr>
          <p:cNvPr id="15" name="TextBox 14"/>
          <p:cNvSpPr txBox="1"/>
          <p:nvPr/>
        </p:nvSpPr>
        <p:spPr>
          <a:xfrm>
            <a:off x="781221" y="4848179"/>
            <a:ext cx="4800446" cy="14164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200"/>
              </a:lnSpc>
            </a:pPr>
            <a:r>
              <a:rPr sz="900" b="1" dirty="0">
                <a:solidFill>
                  <a:srgbClr val="1D4ED8"/>
                </a:solidFill>
              </a:rPr>
              <a:t>THE MCU COST PENALTY</a:t>
            </a:r>
          </a:p>
        </p:txBody>
      </p:sp>
      <p:sp>
        <p:nvSpPr>
          <p:cNvPr id="16" name="TextBox 15"/>
          <p:cNvSpPr txBox="1"/>
          <p:nvPr/>
        </p:nvSpPr>
        <p:spPr>
          <a:xfrm>
            <a:off x="781221" y="5038673"/>
            <a:ext cx="4800446" cy="283347"/>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400"/>
              </a:lnSpc>
            </a:pPr>
            <a:r>
              <a:rPr sz="1799" b="1" dirty="0">
                <a:solidFill>
                  <a:srgbClr val="0F172A"/>
                </a:solidFill>
              </a:rPr>
              <a:t>Upgrading adds €0.30 - €0.80 / unit</a:t>
            </a:r>
          </a:p>
        </p:txBody>
      </p:sp>
      <p:sp>
        <p:nvSpPr>
          <p:cNvPr id="17" name="TextBox 16"/>
          <p:cNvSpPr txBox="1"/>
          <p:nvPr/>
        </p:nvSpPr>
        <p:spPr>
          <a:xfrm>
            <a:off x="781221" y="5381562"/>
            <a:ext cx="4800446" cy="14164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200"/>
              </a:lnSpc>
            </a:pPr>
            <a:r>
              <a:rPr sz="900" dirty="0">
                <a:solidFill>
                  <a:srgbClr val="64748B"/>
                </a:solidFill>
              </a:rPr>
              <a:t>Across 2+ million vehicles, this represents millions in lost margin.</a:t>
            </a:r>
          </a:p>
        </p:txBody>
      </p:sp>
      <p:sp>
        <p:nvSpPr>
          <p:cNvPr id="18" name="TextBox 17"/>
          <p:cNvSpPr txBox="1"/>
          <p:nvPr/>
        </p:nvSpPr>
        <p:spPr>
          <a:xfrm>
            <a:off x="1038389" y="1371666"/>
            <a:ext cx="2990277" cy="25391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099"/>
              </a:lnSpc>
            </a:pPr>
            <a:r>
              <a:rPr sz="1500" b="1" dirty="0">
                <a:solidFill>
                  <a:srgbClr val="1E40AF"/>
                </a:solidFill>
              </a:rPr>
              <a:t>Complexity vs. HW Constraints</a:t>
            </a:r>
          </a:p>
        </p:txBody>
      </p:sp>
      <p:sp>
        <p:nvSpPr>
          <p:cNvPr id="19" name="TextBox 18"/>
          <p:cNvSpPr txBox="1"/>
          <p:nvPr/>
        </p:nvSpPr>
        <p:spPr>
          <a:xfrm>
            <a:off x="6867501" y="1371666"/>
            <a:ext cx="2300213" cy="25391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099"/>
              </a:lnSpc>
            </a:pPr>
            <a:r>
              <a:rPr sz="1500" b="1" dirty="0">
                <a:solidFill>
                  <a:srgbClr val="9F1239"/>
                </a:solidFill>
              </a:rPr>
              <a:t>Common Friction Points</a:t>
            </a:r>
          </a:p>
        </p:txBody>
      </p:sp>
      <p:pic>
        <p:nvPicPr>
          <p:cNvPr id="20" name="Picture 19" descr="image.png"/>
          <p:cNvPicPr>
            <a:picLocks noChangeAspect="1"/>
          </p:cNvPicPr>
          <p:nvPr/>
        </p:nvPicPr>
        <p:blipFill>
          <a:blip r:embed="rId3"/>
          <a:stretch>
            <a:fillRect/>
          </a:stretch>
        </p:blipFill>
        <p:spPr>
          <a:xfrm>
            <a:off x="695499" y="1428814"/>
            <a:ext cx="152395" cy="152395"/>
          </a:xfrm>
          <a:prstGeom prst="rect">
            <a:avLst/>
          </a:prstGeom>
        </p:spPr>
      </p:pic>
      <p:pic>
        <p:nvPicPr>
          <p:cNvPr id="21" name="Picture 20" descr="image.png"/>
          <p:cNvPicPr>
            <a:picLocks noChangeAspect="1"/>
          </p:cNvPicPr>
          <p:nvPr/>
        </p:nvPicPr>
        <p:blipFill>
          <a:blip r:embed="rId4"/>
          <a:stretch>
            <a:fillRect/>
          </a:stretch>
        </p:blipFill>
        <p:spPr>
          <a:xfrm>
            <a:off x="6524611" y="1428814"/>
            <a:ext cx="152395" cy="152395"/>
          </a:xfrm>
          <a:prstGeom prst="rect">
            <a:avLst/>
          </a:prstGeom>
        </p:spPr>
      </p:pic>
      <p:pic>
        <p:nvPicPr>
          <p:cNvPr id="22" name="Picture 21" descr="image.png"/>
          <p:cNvPicPr>
            <a:picLocks noChangeAspect="1"/>
          </p:cNvPicPr>
          <p:nvPr/>
        </p:nvPicPr>
        <p:blipFill>
          <a:blip r:embed="rId5"/>
          <a:stretch>
            <a:fillRect/>
          </a:stretch>
        </p:blipFill>
        <p:spPr>
          <a:xfrm>
            <a:off x="6448414" y="1911917"/>
            <a:ext cx="114296" cy="152395"/>
          </a:xfrm>
          <a:prstGeom prst="rect">
            <a:avLst/>
          </a:prstGeom>
        </p:spPr>
      </p:pic>
      <p:sp>
        <p:nvSpPr>
          <p:cNvPr id="23" name="TextBox 22"/>
          <p:cNvSpPr txBox="1"/>
          <p:nvPr/>
        </p:nvSpPr>
        <p:spPr>
          <a:xfrm>
            <a:off x="6638908" y="1809802"/>
            <a:ext cx="4933791" cy="58484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ct val="110000"/>
              </a:lnSpc>
              <a:buClr>
                <a:srgbClr val="000000"/>
              </a:buClr>
              <a:buSzPct val="100000"/>
            </a:pPr>
            <a:r>
              <a:rPr sz="2224" kern="200" dirty="0">
                <a:solidFill>
                  <a:srgbClr val="000000"/>
                </a:solidFill>
              </a:rPr>
              <a:t>Configuration depth explosion: </a:t>
            </a:r>
            <a:r>
              <a:rPr sz="1334" kern="200" dirty="0">
                <a:solidFill>
                  <a:srgbClr val="000000"/>
                </a:solidFill>
              </a:rPr>
              <a:t>Managing thousands of parameters is highly prone to human error.</a:t>
            </a:r>
          </a:p>
        </p:txBody>
      </p:sp>
      <p:pic>
        <p:nvPicPr>
          <p:cNvPr id="24" name="Picture 23" descr="image.png"/>
          <p:cNvPicPr>
            <a:picLocks noChangeAspect="1"/>
          </p:cNvPicPr>
          <p:nvPr/>
        </p:nvPicPr>
        <p:blipFill>
          <a:blip r:embed="rId5"/>
          <a:stretch>
            <a:fillRect/>
          </a:stretch>
        </p:blipFill>
        <p:spPr>
          <a:xfrm>
            <a:off x="6448414" y="2671341"/>
            <a:ext cx="114296" cy="152395"/>
          </a:xfrm>
          <a:prstGeom prst="rect">
            <a:avLst/>
          </a:prstGeom>
        </p:spPr>
      </p:pic>
      <p:sp>
        <p:nvSpPr>
          <p:cNvPr id="25" name="TextBox 24"/>
          <p:cNvSpPr txBox="1"/>
          <p:nvPr/>
        </p:nvSpPr>
        <p:spPr>
          <a:xfrm>
            <a:off x="6638908" y="2577228"/>
            <a:ext cx="4933791" cy="58484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ct val="110000"/>
              </a:lnSpc>
              <a:buClr>
                <a:srgbClr val="000000"/>
              </a:buClr>
              <a:buSzPct val="100000"/>
            </a:pPr>
            <a:r>
              <a:rPr sz="2224" kern="200" dirty="0">
                <a:solidFill>
                  <a:srgbClr val="000000"/>
                </a:solidFill>
              </a:rPr>
              <a:t>Linker overflows: </a:t>
            </a:r>
            <a:r>
              <a:rPr sz="1334" kern="200" dirty="0">
                <a:solidFill>
                  <a:srgbClr val="000000"/>
                </a:solidFill>
              </a:rPr>
              <a:t>Adding a single minor feature late in integration triggers memory limits.</a:t>
            </a:r>
          </a:p>
        </p:txBody>
      </p:sp>
      <p:pic>
        <p:nvPicPr>
          <p:cNvPr id="26" name="Picture 25" descr="image.png"/>
          <p:cNvPicPr>
            <a:picLocks noChangeAspect="1"/>
          </p:cNvPicPr>
          <p:nvPr/>
        </p:nvPicPr>
        <p:blipFill>
          <a:blip r:embed="rId5"/>
          <a:stretch>
            <a:fillRect/>
          </a:stretch>
        </p:blipFill>
        <p:spPr>
          <a:xfrm>
            <a:off x="6452258" y="3380988"/>
            <a:ext cx="114296" cy="152395"/>
          </a:xfrm>
          <a:prstGeom prst="rect">
            <a:avLst/>
          </a:prstGeom>
        </p:spPr>
      </p:pic>
      <p:sp>
        <p:nvSpPr>
          <p:cNvPr id="27" name="TextBox 26"/>
          <p:cNvSpPr txBox="1"/>
          <p:nvPr/>
        </p:nvSpPr>
        <p:spPr>
          <a:xfrm>
            <a:off x="6677006" y="3311994"/>
            <a:ext cx="5029331" cy="58484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ct val="110000"/>
              </a:lnSpc>
              <a:buClr>
                <a:srgbClr val="000000"/>
              </a:buClr>
              <a:buSzPct val="100000"/>
            </a:pPr>
            <a:r>
              <a:rPr sz="2224" kern="200" dirty="0">
                <a:solidFill>
                  <a:srgbClr val="000000"/>
                </a:solidFill>
              </a:rPr>
              <a:t>Unoptimized communication: </a:t>
            </a:r>
            <a:r>
              <a:rPr sz="1334" kern="200" dirty="0">
                <a:solidFill>
                  <a:srgbClr val="000000"/>
                </a:solidFill>
              </a:rPr>
              <a:t>Default generic routing structures consume bloated stack and flash.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81184" y="1038303"/>
            <a:ext cx="5638619" cy="2409748"/>
          </a:xfrm>
          <a:prstGeom prst="roundRect">
            <a:avLst>
              <a:gd name="adj" fmla="val 47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5" name="Rounded Rectangle 4"/>
          <p:cNvSpPr/>
          <p:nvPr/>
        </p:nvSpPr>
        <p:spPr>
          <a:xfrm>
            <a:off x="6172197" y="1038303"/>
            <a:ext cx="5638619" cy="2409748"/>
          </a:xfrm>
          <a:prstGeom prst="roundRect">
            <a:avLst>
              <a:gd name="adj" fmla="val 47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6" name="Rounded Rectangle 5"/>
          <p:cNvSpPr/>
          <p:nvPr/>
        </p:nvSpPr>
        <p:spPr>
          <a:xfrm>
            <a:off x="381184" y="3600446"/>
            <a:ext cx="5638619" cy="2409748"/>
          </a:xfrm>
          <a:prstGeom prst="roundRect">
            <a:avLst>
              <a:gd name="adj" fmla="val 47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7" name="Rounded Rectangle 6"/>
          <p:cNvSpPr/>
          <p:nvPr/>
        </p:nvSpPr>
        <p:spPr>
          <a:xfrm>
            <a:off x="6172197" y="3600446"/>
            <a:ext cx="5638619" cy="2409748"/>
          </a:xfrm>
          <a:prstGeom prst="roundRect">
            <a:avLst>
              <a:gd name="adj" fmla="val 47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8" name="TextBox 7"/>
          <p:cNvSpPr txBox="1"/>
          <p:nvPr/>
        </p:nvSpPr>
        <p:spPr>
          <a:xfrm>
            <a:off x="381185" y="381099"/>
            <a:ext cx="7808633" cy="430887"/>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buClr>
                <a:srgbClr val="000000"/>
              </a:buClr>
              <a:buSzPct val="100000"/>
            </a:pPr>
            <a:r>
              <a:rPr sz="2800" dirty="0">
                <a:solidFill>
                  <a:srgbClr val="164293"/>
                </a:solidFill>
                <a:latin typeface="Arial"/>
                <a:cs typeface="Arial"/>
              </a:rPr>
              <a:t>Why is AUTOSAR Assumed "Too Big"?</a:t>
            </a:r>
          </a:p>
        </p:txBody>
      </p:sp>
      <p:sp>
        <p:nvSpPr>
          <p:cNvPr id="13" name="TextBox 12"/>
          <p:cNvSpPr txBox="1"/>
          <p:nvPr/>
        </p:nvSpPr>
        <p:spPr>
          <a:xfrm>
            <a:off x="543105" y="1772609"/>
            <a:ext cx="5314779" cy="147687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Standard implementations use heavy generic BSW modules designed to handle every theoretical use case rather than specializing for the target ECU.</a:t>
            </a:r>
          </a:p>
        </p:txBody>
      </p:sp>
      <p:sp>
        <p:nvSpPr>
          <p:cNvPr id="14" name="TextBox 13"/>
          <p:cNvSpPr txBox="1"/>
          <p:nvPr/>
        </p:nvSpPr>
        <p:spPr>
          <a:xfrm>
            <a:off x="6306496" y="1769479"/>
            <a:ext cx="5314779" cy="147687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Many code generation tools prioritize universal compliance and run-time flexibility over aggressive, footprint-optimized compiler-level output.</a:t>
            </a:r>
          </a:p>
        </p:txBody>
      </p:sp>
      <p:sp>
        <p:nvSpPr>
          <p:cNvPr id="15" name="TextBox 14"/>
          <p:cNvSpPr txBox="1"/>
          <p:nvPr/>
        </p:nvSpPr>
        <p:spPr>
          <a:xfrm>
            <a:off x="543105" y="4264875"/>
            <a:ext cx="5314779" cy="185339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Default settings often ship with unnecessarily large buffers (e.g., </a:t>
            </a:r>
            <a:r>
              <a:rPr sz="2224" kern="200" dirty="0" err="1">
                <a:solidFill>
                  <a:srgbClr val="000000"/>
                </a:solidFill>
              </a:rPr>
              <a:t>DcmDslBuffer</a:t>
            </a:r>
            <a:r>
              <a:rPr sz="2224" kern="200" dirty="0">
                <a:solidFill>
                  <a:srgbClr val="000000"/>
                </a:solidFill>
              </a:rPr>
              <a:t>, </a:t>
            </a:r>
            <a:r>
              <a:rPr sz="2224" kern="200" dirty="0" err="1">
                <a:solidFill>
                  <a:srgbClr val="000000"/>
                </a:solidFill>
              </a:rPr>
              <a:t>PduRTxBuffer</a:t>
            </a:r>
            <a:r>
              <a:rPr sz="2224" kern="200" dirty="0">
                <a:solidFill>
                  <a:srgbClr val="000000"/>
                </a:solidFill>
              </a:rPr>
              <a:t>) and redundant OS tasks that eat up valuable RAM.</a:t>
            </a:r>
          </a:p>
        </p:txBody>
      </p:sp>
      <p:sp>
        <p:nvSpPr>
          <p:cNvPr id="16" name="TextBox 15"/>
          <p:cNvSpPr txBox="1"/>
          <p:nvPr/>
        </p:nvSpPr>
        <p:spPr>
          <a:xfrm>
            <a:off x="6334119" y="4264874"/>
            <a:ext cx="5314779" cy="147687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Enabling heavy features like inter-ECU synchronous client-server calls or full diagnostic event memory when simple static interfaces suffice.</a:t>
            </a:r>
          </a:p>
        </p:txBody>
      </p:sp>
      <p:pic>
        <p:nvPicPr>
          <p:cNvPr id="17" name="Picture 16" descr="image.png"/>
          <p:cNvPicPr>
            <a:picLocks noChangeAspect="1"/>
          </p:cNvPicPr>
          <p:nvPr/>
        </p:nvPicPr>
        <p:blipFill>
          <a:blip r:embed="rId2"/>
          <a:stretch>
            <a:fillRect/>
          </a:stretch>
        </p:blipFill>
        <p:spPr>
          <a:xfrm>
            <a:off x="543104" y="1392315"/>
            <a:ext cx="171444" cy="190493"/>
          </a:xfrm>
          <a:prstGeom prst="rect">
            <a:avLst/>
          </a:prstGeom>
        </p:spPr>
      </p:pic>
      <p:sp>
        <p:nvSpPr>
          <p:cNvPr id="18" name="TextBox 17"/>
          <p:cNvSpPr txBox="1"/>
          <p:nvPr/>
        </p:nvSpPr>
        <p:spPr>
          <a:xfrm>
            <a:off x="762171" y="1382791"/>
            <a:ext cx="3108887" cy="23083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799"/>
              </a:lnSpc>
            </a:pPr>
            <a:r>
              <a:rPr sz="1600" b="1" dirty="0">
                <a:solidFill>
                  <a:srgbClr val="4338CA"/>
                </a:solidFill>
              </a:rPr>
              <a:t>1. Unspecialized Generic BSW</a:t>
            </a:r>
            <a:endParaRPr lang="en-US" sz="1600" b="1" dirty="0">
              <a:solidFill>
                <a:srgbClr val="4338CA"/>
              </a:solidFill>
            </a:endParaRPr>
          </a:p>
        </p:txBody>
      </p:sp>
      <p:pic>
        <p:nvPicPr>
          <p:cNvPr id="19" name="Picture 18" descr="image.png"/>
          <p:cNvPicPr>
            <a:picLocks noChangeAspect="1"/>
          </p:cNvPicPr>
          <p:nvPr/>
        </p:nvPicPr>
        <p:blipFill>
          <a:blip r:embed="rId3"/>
          <a:stretch>
            <a:fillRect/>
          </a:stretch>
        </p:blipFill>
        <p:spPr>
          <a:xfrm>
            <a:off x="6334118" y="1426591"/>
            <a:ext cx="114296" cy="190493"/>
          </a:xfrm>
          <a:prstGeom prst="rect">
            <a:avLst/>
          </a:prstGeom>
        </p:spPr>
      </p:pic>
      <p:sp>
        <p:nvSpPr>
          <p:cNvPr id="20" name="TextBox 19"/>
          <p:cNvSpPr txBox="1"/>
          <p:nvPr/>
        </p:nvSpPr>
        <p:spPr>
          <a:xfrm>
            <a:off x="6534137" y="1398017"/>
            <a:ext cx="3105555" cy="23083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799"/>
              </a:lnSpc>
            </a:pPr>
            <a:r>
              <a:rPr sz="1600" b="1" dirty="0">
                <a:solidFill>
                  <a:srgbClr val="4338CA"/>
                </a:solidFill>
              </a:rPr>
              <a:t>2. Flexibility-First Generators</a:t>
            </a:r>
            <a:endParaRPr lang="en-US" sz="1600" b="1" dirty="0">
              <a:solidFill>
                <a:srgbClr val="4338CA"/>
              </a:solidFill>
            </a:endParaRPr>
          </a:p>
        </p:txBody>
      </p:sp>
      <p:pic>
        <p:nvPicPr>
          <p:cNvPr id="21" name="Picture 20" descr="image.png"/>
          <p:cNvPicPr>
            <a:picLocks noChangeAspect="1"/>
          </p:cNvPicPr>
          <p:nvPr/>
        </p:nvPicPr>
        <p:blipFill>
          <a:blip r:embed="rId4"/>
          <a:stretch>
            <a:fillRect/>
          </a:stretch>
        </p:blipFill>
        <p:spPr>
          <a:xfrm>
            <a:off x="543104" y="3873928"/>
            <a:ext cx="133345" cy="190493"/>
          </a:xfrm>
          <a:prstGeom prst="rect">
            <a:avLst/>
          </a:prstGeom>
        </p:spPr>
      </p:pic>
      <p:sp>
        <p:nvSpPr>
          <p:cNvPr id="22" name="TextBox 21"/>
          <p:cNvSpPr txBox="1"/>
          <p:nvPr/>
        </p:nvSpPr>
        <p:spPr>
          <a:xfrm>
            <a:off x="733597" y="3864404"/>
            <a:ext cx="4264743" cy="246221"/>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sz="1600" b="1" dirty="0">
                <a:solidFill>
                  <a:srgbClr val="4338CA"/>
                </a:solidFill>
              </a:rPr>
              <a:t>3. Poor Default Configurations</a:t>
            </a:r>
            <a:endParaRPr lang="en-US" sz="1600" b="1" dirty="0">
              <a:solidFill>
                <a:srgbClr val="4338CA"/>
              </a:solidFill>
            </a:endParaRPr>
          </a:p>
        </p:txBody>
      </p:sp>
      <p:pic>
        <p:nvPicPr>
          <p:cNvPr id="23" name="Picture 22" descr="image.png"/>
          <p:cNvPicPr>
            <a:picLocks noChangeAspect="1"/>
          </p:cNvPicPr>
          <p:nvPr/>
        </p:nvPicPr>
        <p:blipFill>
          <a:blip r:embed="rId5"/>
          <a:stretch>
            <a:fillRect/>
          </a:stretch>
        </p:blipFill>
        <p:spPr>
          <a:xfrm>
            <a:off x="6334118" y="3886682"/>
            <a:ext cx="133345" cy="190493"/>
          </a:xfrm>
          <a:prstGeom prst="rect">
            <a:avLst/>
          </a:prstGeom>
        </p:spPr>
      </p:pic>
      <p:sp>
        <p:nvSpPr>
          <p:cNvPr id="24" name="TextBox 23"/>
          <p:cNvSpPr txBox="1"/>
          <p:nvPr/>
        </p:nvSpPr>
        <p:spPr>
          <a:xfrm>
            <a:off x="6534136" y="3867633"/>
            <a:ext cx="4239500" cy="246221"/>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sz="1600" b="1" dirty="0">
                <a:solidFill>
                  <a:srgbClr val="4338CA"/>
                </a:solidFill>
              </a:rPr>
              <a:t>4. Unnecessary Heavy Features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a:extLst>
            <a:ext uri="{FF2B5EF4-FFF2-40B4-BE49-F238E27FC236}">
              <a16:creationId xmlns:a16="http://schemas.microsoft.com/office/drawing/2014/main" id="{FB4E211F-1053-E408-6029-B1DA4E436244}"/>
            </a:ext>
          </a:extLst>
        </p:cNvPr>
        <p:cNvGrpSpPr/>
        <p:nvPr/>
      </p:nvGrpSpPr>
      <p:grpSpPr>
        <a:xfrm>
          <a:off x="0" y="0"/>
          <a:ext cx="0" cy="0"/>
          <a:chOff x="0" y="0"/>
          <a:chExt cx="0" cy="0"/>
        </a:xfrm>
      </p:grpSpPr>
      <p:sp>
        <p:nvSpPr>
          <p:cNvPr id="11" name="Section Title">
            <a:extLst>
              <a:ext uri="{FF2B5EF4-FFF2-40B4-BE49-F238E27FC236}">
                <a16:creationId xmlns:a16="http://schemas.microsoft.com/office/drawing/2014/main" id="{8697B24A-94C3-78A2-4C58-B9213C9360A8}"/>
              </a:ext>
            </a:extLst>
          </p:cNvPr>
          <p:cNvSpPr/>
          <p:nvPr/>
        </p:nvSpPr>
        <p:spPr>
          <a:xfrm>
            <a:off x="914400" y="2743200"/>
            <a:ext cx="10363200" cy="1500000"/>
          </a:xfrm>
          <a:prstGeom prst="rect">
            <a:avLst/>
          </a:prstGeom>
        </p:spPr>
        <p:txBody>
          <a:bodyPr wrap="square" lIns="91440" tIns="45720" rIns="91440" bIns="45720" anchor="t">
            <a:noAutofit/>
          </a:bodyPr>
          <a:lstStyle/>
          <a:p>
            <a:r>
              <a:rPr lang="en-US" sz="3600" dirty="0">
                <a:solidFill>
                  <a:srgbClr val="FFFFFF"/>
                </a:solidFill>
                <a:latin typeface="Arial"/>
                <a:cs typeface="Arial"/>
              </a:rPr>
              <a:t>Can AUTOSAR fit into small devices?</a:t>
            </a:r>
            <a:endParaRPr lang="en-US" dirty="0"/>
          </a:p>
        </p:txBody>
      </p:sp>
      <p:sp>
        <p:nvSpPr>
          <p:cNvPr id="12" name="Section Subtitle">
            <a:extLst>
              <a:ext uri="{FF2B5EF4-FFF2-40B4-BE49-F238E27FC236}">
                <a16:creationId xmlns:a16="http://schemas.microsoft.com/office/drawing/2014/main" id="{9B6D6447-A3DF-D9F9-C55F-52F12F619E3A}"/>
              </a:ext>
            </a:extLst>
          </p:cNvPr>
          <p:cNvSpPr/>
          <p:nvPr/>
        </p:nvSpPr>
        <p:spPr>
          <a:xfrm>
            <a:off x="914400" y="4267200"/>
            <a:ext cx="8500000" cy="500000"/>
          </a:xfrm>
          <a:prstGeom prst="rect">
            <a:avLst/>
          </a:prstGeom>
        </p:spPr>
        <p:txBody>
          <a:bodyPr wrap="square" lIns="91440" tIns="45720" rIns="91440" bIns="45720" anchor="t">
            <a:noAutofit/>
          </a:bodyPr>
          <a:lstStyle/>
          <a:p>
            <a:r>
              <a:rPr lang="en-US" sz="2400" dirty="0">
                <a:solidFill>
                  <a:srgbClr val="FFFFFF"/>
                </a:solidFill>
                <a:latin typeface="Arial"/>
                <a:cs typeface="Arial"/>
              </a:rPr>
              <a:t>AUTOSAR Challenges </a:t>
            </a:r>
            <a:endParaRPr lang="en-US" dirty="0"/>
          </a:p>
          <a:p>
            <a:endParaRPr lang="en-US" sz="1800" dirty="0">
              <a:solidFill>
                <a:srgbClr val="CADCFC"/>
              </a:solidFill>
              <a:latin typeface="Eurostile"/>
            </a:endParaRPr>
          </a:p>
        </p:txBody>
      </p:sp>
      <p:sp>
        <p:nvSpPr>
          <p:cNvPr id="80" name="Wordmark">
            <a:extLst>
              <a:ext uri="{FF2B5EF4-FFF2-40B4-BE49-F238E27FC236}">
                <a16:creationId xmlns:a16="http://schemas.microsoft.com/office/drawing/2014/main" id="{D7710A5B-8376-068A-DC4B-8B8D19CDCD56}"/>
              </a:ext>
            </a:extLst>
          </p:cNvPr>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a:extLst>
              <a:ext uri="{FF2B5EF4-FFF2-40B4-BE49-F238E27FC236}">
                <a16:creationId xmlns:a16="http://schemas.microsoft.com/office/drawing/2014/main" id="{4EFDAA6C-EBFA-FC00-9634-EC93369532F5}"/>
              </a:ext>
            </a:extLst>
          </p:cNvPr>
          <p:cNvSpPr/>
          <p:nvPr/>
        </p:nvSpPr>
        <p:spPr>
          <a:xfrm>
            <a:off x="914400" y="6480810"/>
            <a:ext cx="900000" cy="300000"/>
          </a:xfrm>
          <a:prstGeom prst="rect">
            <a:avLst/>
          </a:prstGeom>
        </p:spPr>
        <p:txBody>
          <a:bodyPr/>
          <a:lstStyle/>
          <a:p>
            <a:fld id="{CF52B9C1-502B-0743-A000-5B48F70CA477}" type="slidenum">
              <a:rPr lang="en-US" sz="1200" smtClean="0">
                <a:solidFill>
                  <a:srgbClr val="8FA3BF"/>
                </a:solidFill>
                <a:latin typeface="Eurostile"/>
              </a:rPr>
              <a:t>11</a:t>
            </a:fld>
            <a:endParaRPr lang="en-US" sz="1200">
              <a:solidFill>
                <a:srgbClr val="8FA3BF"/>
              </a:solidFill>
              <a:latin typeface="Eurostile"/>
            </a:endParaRPr>
          </a:p>
        </p:txBody>
      </p:sp>
    </p:spTree>
    <p:extLst>
      <p:ext uri="{BB962C8B-B14F-4D97-AF65-F5344CB8AC3E}">
        <p14:creationId xmlns:p14="http://schemas.microsoft.com/office/powerpoint/2010/main" val="2508503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6" y="111"/>
            <a:ext cx="12191608" cy="6857779"/>
          </a:xfrm>
          <a:prstGeom prst="rect">
            <a:avLst/>
          </a:prstGeom>
        </p:spPr>
      </p:pic>
      <p:sp>
        <p:nvSpPr>
          <p:cNvPr id="4" name="Rounded Rectangle 3"/>
          <p:cNvSpPr/>
          <p:nvPr/>
        </p:nvSpPr>
        <p:spPr>
          <a:xfrm>
            <a:off x="381185" y="1114499"/>
            <a:ext cx="5600519" cy="4819495"/>
          </a:xfrm>
          <a:prstGeom prst="roundRect">
            <a:avLst>
              <a:gd name="adj" fmla="val 316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5" name="Rounded Rectangle 4"/>
          <p:cNvSpPr/>
          <p:nvPr/>
        </p:nvSpPr>
        <p:spPr>
          <a:xfrm>
            <a:off x="6210297" y="1114499"/>
            <a:ext cx="5600519" cy="4819495"/>
          </a:xfrm>
          <a:prstGeom prst="roundRect">
            <a:avLst>
              <a:gd name="adj" fmla="val 316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6" name="Rounded Rectangle 5"/>
          <p:cNvSpPr/>
          <p:nvPr/>
        </p:nvSpPr>
        <p:spPr>
          <a:xfrm>
            <a:off x="619302" y="4800556"/>
            <a:ext cx="5124286" cy="895321"/>
          </a:xfrm>
          <a:prstGeom prst="roundRect">
            <a:avLst>
              <a:gd name="adj" fmla="val 12765"/>
            </a:avLst>
          </a:prstGeom>
          <a:solidFill>
            <a:srgbClr val="ECFDF5">
              <a:alpha val="50000"/>
            </a:srgbClr>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7" name="Rounded Rectangle 6"/>
          <p:cNvSpPr/>
          <p:nvPr/>
        </p:nvSpPr>
        <p:spPr>
          <a:xfrm>
            <a:off x="619302" y="1352617"/>
            <a:ext cx="304791" cy="304791"/>
          </a:xfrm>
          <a:prstGeom prst="roundRect">
            <a:avLst>
              <a:gd name="adj" fmla="val 25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8" name="TextBox 7"/>
          <p:cNvSpPr txBox="1"/>
          <p:nvPr/>
        </p:nvSpPr>
        <p:spPr>
          <a:xfrm>
            <a:off x="381183" y="381098"/>
            <a:ext cx="6352971" cy="35278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buClr>
                <a:srgbClr val="000000"/>
              </a:buClr>
              <a:buSzPct val="100000"/>
            </a:pPr>
            <a:r>
              <a:rPr sz="2800" dirty="0">
                <a:solidFill>
                  <a:srgbClr val="164293"/>
                </a:solidFill>
                <a:latin typeface="Arial"/>
                <a:cs typeface="Arial"/>
              </a:rPr>
              <a:t>A Right-Sized Approach</a:t>
            </a:r>
          </a:p>
        </p:txBody>
      </p:sp>
      <p:sp>
        <p:nvSpPr>
          <p:cNvPr id="13" name="TextBox 12"/>
          <p:cNvSpPr txBox="1"/>
          <p:nvPr/>
        </p:nvSpPr>
        <p:spPr>
          <a:xfrm>
            <a:off x="619302" y="1809803"/>
            <a:ext cx="5124286" cy="147687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"AUTOSAR's real value emerges when the implementation is thoughtfully scoped, optimized, and aligned tightly to the ECU's actual functional needs."</a:t>
            </a:r>
          </a:p>
        </p:txBody>
      </p:sp>
      <p:sp>
        <p:nvSpPr>
          <p:cNvPr id="14" name="TextBox 13"/>
          <p:cNvSpPr txBox="1"/>
          <p:nvPr/>
        </p:nvSpPr>
        <p:spPr>
          <a:xfrm>
            <a:off x="781221" y="4962475"/>
            <a:ext cx="4800446" cy="14164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200"/>
              </a:lnSpc>
            </a:pPr>
            <a:r>
              <a:rPr sz="900" b="1" dirty="0">
                <a:solidFill>
                  <a:srgbClr val="047857"/>
                </a:solidFill>
              </a:rPr>
              <a:t>GOAL</a:t>
            </a:r>
          </a:p>
        </p:txBody>
      </p:sp>
      <p:sp>
        <p:nvSpPr>
          <p:cNvPr id="15" name="TextBox 14"/>
          <p:cNvSpPr txBox="1"/>
          <p:nvPr/>
        </p:nvSpPr>
        <p:spPr>
          <a:xfrm>
            <a:off x="781221" y="5152971"/>
            <a:ext cx="4800446" cy="36728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dirty="0">
                <a:solidFill>
                  <a:srgbClr val="475569"/>
                </a:solidFill>
              </a:rPr>
              <a:t>Reduce software configuration depth while guaranteeing absolute determinism, safety, and AUTOSAR compliance.</a:t>
            </a:r>
          </a:p>
        </p:txBody>
      </p:sp>
      <p:sp>
        <p:nvSpPr>
          <p:cNvPr id="16" name="TextBox 15"/>
          <p:cNvSpPr txBox="1"/>
          <p:nvPr/>
        </p:nvSpPr>
        <p:spPr>
          <a:xfrm>
            <a:off x="6448414" y="2409858"/>
            <a:ext cx="5380499" cy="24885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099"/>
              </a:lnSpc>
            </a:pPr>
            <a:r>
              <a:rPr sz="1350" b="1" dirty="0">
                <a:solidFill>
                  <a:srgbClr val="1E293B"/>
                </a:solidFill>
              </a:rPr>
              <a:t>Core Engineering Principles</a:t>
            </a:r>
          </a:p>
        </p:txBody>
      </p:sp>
      <p:sp>
        <p:nvSpPr>
          <p:cNvPr id="17" name="TextBox 16"/>
          <p:cNvSpPr txBox="1"/>
          <p:nvPr/>
        </p:nvSpPr>
        <p:spPr>
          <a:xfrm>
            <a:off x="1038388" y="1371666"/>
            <a:ext cx="2120196" cy="25391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099"/>
              </a:lnSpc>
            </a:pPr>
            <a:r>
              <a:rPr sz="1500" b="1" dirty="0">
                <a:solidFill>
                  <a:srgbClr val="065F46"/>
                </a:solidFill>
              </a:rPr>
              <a:t>The Sizing Philosophy</a:t>
            </a:r>
          </a:p>
        </p:txBody>
      </p:sp>
      <p:pic>
        <p:nvPicPr>
          <p:cNvPr id="18" name="Picture 17" descr="image.png"/>
          <p:cNvPicPr>
            <a:picLocks noChangeAspect="1"/>
          </p:cNvPicPr>
          <p:nvPr/>
        </p:nvPicPr>
        <p:blipFill>
          <a:blip r:embed="rId3"/>
          <a:stretch>
            <a:fillRect/>
          </a:stretch>
        </p:blipFill>
        <p:spPr>
          <a:xfrm>
            <a:off x="714548" y="1428814"/>
            <a:ext cx="114296" cy="152395"/>
          </a:xfrm>
          <a:prstGeom prst="rect">
            <a:avLst/>
          </a:prstGeom>
        </p:spPr>
      </p:pic>
      <p:pic>
        <p:nvPicPr>
          <p:cNvPr id="19" name="Picture 18" descr="image.png"/>
          <p:cNvPicPr>
            <a:picLocks noChangeAspect="1"/>
          </p:cNvPicPr>
          <p:nvPr/>
        </p:nvPicPr>
        <p:blipFill>
          <a:blip r:embed="rId4"/>
          <a:stretch>
            <a:fillRect/>
          </a:stretch>
        </p:blipFill>
        <p:spPr>
          <a:xfrm>
            <a:off x="6448414" y="2933716"/>
            <a:ext cx="171444" cy="171444"/>
          </a:xfrm>
          <a:prstGeom prst="rect">
            <a:avLst/>
          </a:prstGeom>
        </p:spPr>
      </p:pic>
      <p:sp>
        <p:nvSpPr>
          <p:cNvPr id="20" name="TextBox 19"/>
          <p:cNvSpPr txBox="1"/>
          <p:nvPr/>
        </p:nvSpPr>
        <p:spPr>
          <a:xfrm>
            <a:off x="6734155" y="2867044"/>
            <a:ext cx="5080471"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a:solidFill>
                  <a:srgbClr val="1E293B"/>
                </a:solidFill>
              </a:rPr>
              <a:t>Strict Scope Optimization</a:t>
            </a:r>
          </a:p>
        </p:txBody>
      </p:sp>
      <p:sp>
        <p:nvSpPr>
          <p:cNvPr id="21" name="TextBox 20"/>
          <p:cNvSpPr txBox="1"/>
          <p:nvPr/>
        </p:nvSpPr>
        <p:spPr>
          <a:xfrm>
            <a:off x="6734154" y="3076586"/>
            <a:ext cx="4838544" cy="14164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200"/>
              </a:lnSpc>
            </a:pPr>
            <a:r>
              <a:rPr sz="900">
                <a:solidFill>
                  <a:srgbClr val="64748B"/>
                </a:solidFill>
              </a:rPr>
              <a:t>Disable and prune every optional sub-module and service not required by OEM specifications.</a:t>
            </a:r>
          </a:p>
        </p:txBody>
      </p:sp>
      <p:pic>
        <p:nvPicPr>
          <p:cNvPr id="22" name="Picture 21" descr="image.png"/>
          <p:cNvPicPr>
            <a:picLocks noChangeAspect="1"/>
          </p:cNvPicPr>
          <p:nvPr/>
        </p:nvPicPr>
        <p:blipFill>
          <a:blip r:embed="rId4"/>
          <a:stretch>
            <a:fillRect/>
          </a:stretch>
        </p:blipFill>
        <p:spPr>
          <a:xfrm>
            <a:off x="6448414" y="3638544"/>
            <a:ext cx="171444" cy="171444"/>
          </a:xfrm>
          <a:prstGeom prst="rect">
            <a:avLst/>
          </a:prstGeom>
        </p:spPr>
      </p:pic>
      <p:sp>
        <p:nvSpPr>
          <p:cNvPr id="23" name="TextBox 22"/>
          <p:cNvSpPr txBox="1"/>
          <p:nvPr/>
        </p:nvSpPr>
        <p:spPr>
          <a:xfrm>
            <a:off x="6734154" y="3571872"/>
            <a:ext cx="4550421"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a:solidFill>
                  <a:srgbClr val="1E293B"/>
                </a:solidFill>
              </a:rPr>
              <a:t>Static Parameter Tuning</a:t>
            </a:r>
          </a:p>
        </p:txBody>
      </p:sp>
      <p:sp>
        <p:nvSpPr>
          <p:cNvPr id="24" name="TextBox 23"/>
          <p:cNvSpPr txBox="1"/>
          <p:nvPr/>
        </p:nvSpPr>
        <p:spPr>
          <a:xfrm>
            <a:off x="6734156" y="3781414"/>
            <a:ext cx="4333736" cy="14164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200"/>
              </a:lnSpc>
            </a:pPr>
            <a:r>
              <a:rPr sz="900">
                <a:solidFill>
                  <a:srgbClr val="64748B"/>
                </a:solidFill>
              </a:rPr>
              <a:t>Aggressively minimize default buffer sizes and limit the number of active OsTasks.</a:t>
            </a:r>
          </a:p>
        </p:txBody>
      </p:sp>
      <p:pic>
        <p:nvPicPr>
          <p:cNvPr id="25" name="Picture 24" descr="image.png"/>
          <p:cNvPicPr>
            <a:picLocks noChangeAspect="1"/>
          </p:cNvPicPr>
          <p:nvPr/>
        </p:nvPicPr>
        <p:blipFill>
          <a:blip r:embed="rId4"/>
          <a:stretch>
            <a:fillRect/>
          </a:stretch>
        </p:blipFill>
        <p:spPr>
          <a:xfrm>
            <a:off x="6448414" y="4190976"/>
            <a:ext cx="171444" cy="171444"/>
          </a:xfrm>
          <a:prstGeom prst="rect">
            <a:avLst/>
          </a:prstGeom>
        </p:spPr>
      </p:pic>
      <p:sp>
        <p:nvSpPr>
          <p:cNvPr id="26" name="TextBox 25"/>
          <p:cNvSpPr txBox="1"/>
          <p:nvPr/>
        </p:nvSpPr>
        <p:spPr>
          <a:xfrm>
            <a:off x="6734155" y="4124304"/>
            <a:ext cx="5080471"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dirty="0">
                <a:solidFill>
                  <a:srgbClr val="1E293B"/>
                </a:solidFill>
              </a:rPr>
              <a:t>Hardware-Aligned Code Gen</a:t>
            </a:r>
          </a:p>
        </p:txBody>
      </p:sp>
      <p:sp>
        <p:nvSpPr>
          <p:cNvPr id="27" name="TextBox 26"/>
          <p:cNvSpPr txBox="1"/>
          <p:nvPr/>
        </p:nvSpPr>
        <p:spPr>
          <a:xfrm>
            <a:off x="6734154" y="4333846"/>
            <a:ext cx="4838544" cy="14164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200"/>
              </a:lnSpc>
            </a:pPr>
            <a:r>
              <a:rPr sz="900">
                <a:solidFill>
                  <a:srgbClr val="64748B"/>
                </a:solidFill>
              </a:rPr>
              <a:t>Configure generation tools to eliminate runtime conditionals in favor of static compiler optims.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29D4C56E-AC03-5228-BC8D-A9C8DC578476}"/>
              </a:ext>
            </a:extLst>
          </p:cNvPr>
          <p:cNvSpPr txBox="1">
            <a:spLocks/>
          </p:cNvSpPr>
          <p:nvPr/>
        </p:nvSpPr>
        <p:spPr>
          <a:xfrm>
            <a:off x="268266" y="227601"/>
            <a:ext cx="10174803" cy="480396"/>
          </a:xfrm>
          <a:prstGeom prst="rect">
            <a:avLst/>
          </a:prstGeom>
        </p:spPr>
        <p:txBody>
          <a:bodyPr lIns="0" tIns="0" rIns="0" bIns="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indent="0" defTabSz="695153">
              <a:buClr>
                <a:srgbClr val="000000"/>
              </a:buClr>
              <a:buSzPct val="100000"/>
              <a:buNone/>
            </a:pPr>
            <a:r>
              <a:rPr lang="en-US" sz="3100" dirty="0">
                <a:solidFill>
                  <a:srgbClr val="FFFFFF"/>
                </a:solidFill>
              </a:rPr>
              <a:t>C</a:t>
            </a:r>
            <a:r>
              <a:rPr lang="en-US" sz="3100" dirty="0">
                <a:solidFill>
                  <a:srgbClr val="FFFFFF"/>
                </a:solidFill>
                <a:latin typeface="Eurostile"/>
                <a:cs typeface="Arial"/>
              </a:rPr>
              <a:t>an AUTOSAR fit into small devices?</a:t>
            </a:r>
            <a:endParaRPr lang="en-US" sz="3100">
              <a:solidFill>
                <a:srgbClr val="FFFFFF"/>
              </a:solidFill>
              <a:latin typeface="Eurostile"/>
            </a:endParaRPr>
          </a:p>
        </p:txBody>
      </p:sp>
      <p:sp>
        <p:nvSpPr>
          <p:cNvPr id="6" name="chapter_conv">
            <a:extLst>
              <a:ext uri="{FF2B5EF4-FFF2-40B4-BE49-F238E27FC236}">
                <a16:creationId xmlns:a16="http://schemas.microsoft.com/office/drawing/2014/main" id="{53A92EA7-A9CC-71B7-D843-3E3F9F26A7A5}"/>
              </a:ext>
            </a:extLst>
          </p:cNvPr>
          <p:cNvSpPr txBox="1">
            <a:spLocks/>
          </p:cNvSpPr>
          <p:nvPr/>
        </p:nvSpPr>
        <p:spPr>
          <a:xfrm>
            <a:off x="284270" y="772199"/>
            <a:ext cx="10174803" cy="480396"/>
          </a:xfrm>
          <a:prstGeom prst="rect">
            <a:avLst/>
          </a:prstGeom>
        </p:spPr>
        <p:txBody>
          <a:bodyPr lIns="0" tIns="0" rIns="0" bIns="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None/>
            </a:pPr>
            <a:endParaRPr lang="en-US" sz="2224">
              <a:solidFill>
                <a:srgbClr val="FFFFFF"/>
              </a:solidFill>
            </a:endParaRPr>
          </a:p>
        </p:txBody>
      </p:sp>
      <p:sp>
        <p:nvSpPr>
          <p:cNvPr id="7" name="Rechteck: abgerundete Ecken 6">
            <a:extLst>
              <a:ext uri="{FF2B5EF4-FFF2-40B4-BE49-F238E27FC236}">
                <a16:creationId xmlns:a16="http://schemas.microsoft.com/office/drawing/2014/main" id="{4109E260-E056-81E0-4A5F-999ED4472039}"/>
              </a:ext>
            </a:extLst>
          </p:cNvPr>
          <p:cNvSpPr/>
          <p:nvPr>
            <p:custDataLst>
              <p:tags r:id="rId2"/>
            </p:custDataLst>
          </p:nvPr>
        </p:nvSpPr>
        <p:spPr>
          <a:xfrm>
            <a:off x="261320" y="1502389"/>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tIns="2160556"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b="1" kern="200">
                <a:solidFill>
                  <a:schemeClr val="accent1"/>
                </a:solidFill>
              </a:rPr>
              <a:t>AUTOSAR</a:t>
            </a:r>
          </a:p>
          <a:p>
            <a:endParaRPr lang="de-DE" sz="2224"/>
          </a:p>
          <a:p>
            <a:pPr algn="ctr"/>
            <a:r>
              <a:rPr lang="en-GB" sz="1556">
                <a:solidFill>
                  <a:schemeClr val="tx1"/>
                </a:solidFill>
              </a:rPr>
              <a:t>Architecture is known.</a:t>
            </a:r>
          </a:p>
          <a:p>
            <a:pPr algn="ctr"/>
            <a:endParaRPr lang="en-GB" sz="1556">
              <a:solidFill>
                <a:schemeClr val="tx1"/>
              </a:solidFill>
            </a:endParaRPr>
          </a:p>
          <a:p>
            <a:pPr algn="ctr"/>
            <a:r>
              <a:rPr lang="en-US" sz="1556">
                <a:solidFill>
                  <a:schemeClr val="tx1"/>
                </a:solidFill>
              </a:rPr>
              <a:t>Even with complexity challenges, benefits provide significant advantages.</a:t>
            </a:r>
          </a:p>
          <a:p>
            <a:pPr algn="ctr"/>
            <a:endParaRPr lang="de-DE" sz="1556"/>
          </a:p>
        </p:txBody>
      </p:sp>
      <p:sp>
        <p:nvSpPr>
          <p:cNvPr id="9" name="Rechteck: abgerundete Ecken 8">
            <a:extLst>
              <a:ext uri="{FF2B5EF4-FFF2-40B4-BE49-F238E27FC236}">
                <a16:creationId xmlns:a16="http://schemas.microsoft.com/office/drawing/2014/main" id="{A8445C40-C016-F195-4691-A0ADB6F59B03}"/>
              </a:ext>
            </a:extLst>
          </p:cNvPr>
          <p:cNvSpPr/>
          <p:nvPr>
            <p:custDataLst>
              <p:tags r:id="rId3"/>
            </p:custDataLst>
          </p:nvPr>
        </p:nvSpPr>
        <p:spPr>
          <a:xfrm>
            <a:off x="6297139" y="1470681"/>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tIns="2160556"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GB" sz="2224" b="1">
                <a:solidFill>
                  <a:srgbClr val="164294"/>
                </a:solidFill>
              </a:rPr>
              <a:t>Caution</a:t>
            </a:r>
          </a:p>
          <a:p>
            <a:pPr algn="ctr"/>
            <a:endParaRPr lang="en-US" sz="2224" b="1">
              <a:solidFill>
                <a:schemeClr val="tx1"/>
              </a:solidFill>
            </a:endParaRPr>
          </a:p>
          <a:p>
            <a:pPr marL="0" algn="ctr" rtl="0" eaLnBrk="1" fontAlgn="t" latinLnBrk="0" hangingPunct="1">
              <a:buNone/>
            </a:pPr>
            <a:r>
              <a:rPr lang="en-US" sz="1556" i="0" u="none" strike="noStrike" kern="1200">
                <a:solidFill>
                  <a:schemeClr val="tx1"/>
                </a:solidFill>
                <a:effectLst/>
                <a:latin typeface="Arial" panose="020B0604020202020204" pitchFamily="34" charset="0"/>
              </a:rPr>
              <a:t>“AUTOSAR is scary…”</a:t>
            </a:r>
          </a:p>
          <a:p>
            <a:pPr marL="0" algn="ctr" rtl="0" eaLnBrk="1" fontAlgn="t" latinLnBrk="0" hangingPunct="1">
              <a:buNone/>
            </a:pPr>
            <a:endParaRPr lang="en-US" sz="1556">
              <a:solidFill>
                <a:schemeClr val="tx1"/>
              </a:solidFill>
              <a:latin typeface="Arial" panose="020B0604020202020204" pitchFamily="34" charset="0"/>
            </a:endParaRPr>
          </a:p>
          <a:p>
            <a:pPr marL="0" algn="ctr" rtl="0" eaLnBrk="1" fontAlgn="t" latinLnBrk="0" hangingPunct="1">
              <a:buNone/>
            </a:pPr>
            <a:r>
              <a:rPr lang="en-US" sz="1556" i="0" u="none" strike="noStrike" kern="1200">
                <a:solidFill>
                  <a:schemeClr val="tx1"/>
                </a:solidFill>
                <a:effectLst/>
                <a:latin typeface="Arial" panose="020B0604020202020204" pitchFamily="34" charset="0"/>
              </a:rPr>
              <a:t>“To be safe, we should select a bigger MCU.”</a:t>
            </a:r>
            <a:endParaRPr lang="en-GB" sz="1556">
              <a:solidFill>
                <a:schemeClr val="tx1"/>
              </a:solidFill>
            </a:endParaRPr>
          </a:p>
        </p:txBody>
      </p:sp>
      <p:sp>
        <p:nvSpPr>
          <p:cNvPr id="10" name="Rechteck: abgerundete Ecken 9">
            <a:extLst>
              <a:ext uri="{FF2B5EF4-FFF2-40B4-BE49-F238E27FC236}">
                <a16:creationId xmlns:a16="http://schemas.microsoft.com/office/drawing/2014/main" id="{DF3F3A4E-E9DA-F4DC-F6DB-33C6A1CC586E}"/>
              </a:ext>
            </a:extLst>
          </p:cNvPr>
          <p:cNvSpPr/>
          <p:nvPr>
            <p:custDataLst>
              <p:tags r:id="rId4"/>
            </p:custDataLst>
          </p:nvPr>
        </p:nvSpPr>
        <p:spPr>
          <a:xfrm>
            <a:off x="3279229" y="1483345"/>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tIns="2160556"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GB" sz="2224" b="1">
                <a:solidFill>
                  <a:srgbClr val="164294"/>
                </a:solidFill>
              </a:rPr>
              <a:t>MCU Sizing</a:t>
            </a:r>
          </a:p>
          <a:p>
            <a:pPr algn="ctr"/>
            <a:endParaRPr lang="en-US" sz="2224" b="1">
              <a:solidFill>
                <a:srgbClr val="164294"/>
              </a:solidFill>
            </a:endParaRPr>
          </a:p>
          <a:p>
            <a:pPr algn="ctr"/>
            <a:r>
              <a:rPr lang="en-GB" sz="1556">
                <a:solidFill>
                  <a:schemeClr val="tx1"/>
                </a:solidFill>
              </a:rPr>
              <a:t>Define ECU functionality.</a:t>
            </a:r>
          </a:p>
          <a:p>
            <a:pPr algn="ctr"/>
            <a:endParaRPr lang="en-GB" sz="1556">
              <a:solidFill>
                <a:schemeClr val="tx1"/>
              </a:solidFill>
            </a:endParaRPr>
          </a:p>
          <a:p>
            <a:pPr algn="ctr"/>
            <a:r>
              <a:rPr lang="en-GB" sz="1556">
                <a:solidFill>
                  <a:schemeClr val="tx1"/>
                </a:solidFill>
              </a:rPr>
              <a:t>Estimate footprint.</a:t>
            </a:r>
          </a:p>
          <a:p>
            <a:pPr algn="ctr"/>
            <a:endParaRPr lang="en-GB" sz="1556">
              <a:solidFill>
                <a:schemeClr val="tx1"/>
              </a:solidFill>
            </a:endParaRPr>
          </a:p>
          <a:p>
            <a:pPr algn="ctr"/>
            <a:r>
              <a:rPr lang="en-GB" sz="1556">
                <a:solidFill>
                  <a:schemeClr val="tx1"/>
                </a:solidFill>
              </a:rPr>
              <a:t>Select a microcontroller.</a:t>
            </a:r>
          </a:p>
        </p:txBody>
      </p:sp>
      <p:sp>
        <p:nvSpPr>
          <p:cNvPr id="3" name="Rechteck: abgerundete Ecken 8">
            <a:extLst>
              <a:ext uri="{FF2B5EF4-FFF2-40B4-BE49-F238E27FC236}">
                <a16:creationId xmlns:a16="http://schemas.microsoft.com/office/drawing/2014/main" id="{A78FC8E1-2C9B-F3AD-EA0C-1B4FCADD6232}"/>
              </a:ext>
            </a:extLst>
          </p:cNvPr>
          <p:cNvSpPr/>
          <p:nvPr>
            <p:custDataLst>
              <p:tags r:id="rId5"/>
            </p:custDataLst>
          </p:nvPr>
        </p:nvSpPr>
        <p:spPr>
          <a:xfrm>
            <a:off x="9315047" y="1470681"/>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b="1" kern="200">
                <a:solidFill>
                  <a:schemeClr val="accent1"/>
                </a:solidFill>
              </a:rPr>
              <a:t>Cost Pressure</a:t>
            </a:r>
          </a:p>
          <a:p>
            <a:pPr algn="ctr"/>
            <a:endParaRPr lang="en-US" sz="2224" kern="200">
              <a:solidFill>
                <a:schemeClr val="tx1"/>
              </a:solidFill>
            </a:endParaRPr>
          </a:p>
          <a:p>
            <a:pPr algn="ctr"/>
            <a:r>
              <a:rPr lang="en-US" sz="1556">
                <a:solidFill>
                  <a:schemeClr val="tx1"/>
                </a:solidFill>
                <a:cs typeface="Arial"/>
              </a:rPr>
              <a:t>"These MCUs are expensive"...</a:t>
            </a:r>
            <a:endParaRPr lang="en-US" sz="1556">
              <a:solidFill>
                <a:schemeClr val="tx1"/>
              </a:solidFill>
            </a:endParaRPr>
          </a:p>
          <a:p>
            <a:pPr algn="ctr"/>
            <a:endParaRPr lang="en-US" sz="1556">
              <a:solidFill>
                <a:schemeClr val="tx1"/>
              </a:solidFill>
            </a:endParaRPr>
          </a:p>
          <a:p>
            <a:pPr algn="ctr"/>
            <a:r>
              <a:rPr lang="en-US" sz="1556">
                <a:solidFill>
                  <a:schemeClr val="tx1"/>
                </a:solidFill>
              </a:rPr>
              <a:t>“</a:t>
            </a:r>
            <a:r>
              <a:rPr lang="de-DE" sz="1556">
                <a:solidFill>
                  <a:schemeClr val="tx1"/>
                </a:solidFill>
              </a:rPr>
              <a:t>MCU </a:t>
            </a:r>
            <a:r>
              <a:rPr lang="de-DE" sz="1556" err="1">
                <a:solidFill>
                  <a:schemeClr val="tx1"/>
                </a:solidFill>
              </a:rPr>
              <a:t>cost</a:t>
            </a:r>
            <a:r>
              <a:rPr lang="de-DE" sz="1556">
                <a:solidFill>
                  <a:schemeClr val="tx1"/>
                </a:solidFill>
              </a:rPr>
              <a:t> </a:t>
            </a:r>
            <a:r>
              <a:rPr lang="de-DE" sz="1556" err="1">
                <a:solidFill>
                  <a:schemeClr val="tx1"/>
                </a:solidFill>
              </a:rPr>
              <a:t>savings</a:t>
            </a:r>
            <a:r>
              <a:rPr lang="de-DE" sz="1556">
                <a:solidFill>
                  <a:schemeClr val="tx1"/>
                </a:solidFill>
              </a:rPr>
              <a:t> </a:t>
            </a:r>
            <a:r>
              <a:rPr lang="de-DE" sz="1556" err="1">
                <a:solidFill>
                  <a:schemeClr val="tx1"/>
                </a:solidFill>
              </a:rPr>
              <a:t>must</a:t>
            </a:r>
            <a:r>
              <a:rPr lang="de-DE" sz="1556">
                <a:solidFill>
                  <a:schemeClr val="tx1"/>
                </a:solidFill>
              </a:rPr>
              <a:t> </a:t>
            </a:r>
            <a:r>
              <a:rPr lang="de-DE" sz="1556" err="1">
                <a:solidFill>
                  <a:schemeClr val="tx1"/>
                </a:solidFill>
              </a:rPr>
              <a:t>require</a:t>
            </a:r>
            <a:r>
              <a:rPr lang="de-DE" sz="1556">
                <a:solidFill>
                  <a:schemeClr val="tx1"/>
                </a:solidFill>
              </a:rPr>
              <a:t> a different </a:t>
            </a:r>
            <a:r>
              <a:rPr lang="de-DE" sz="1556" err="1">
                <a:solidFill>
                  <a:schemeClr val="tx1"/>
                </a:solidFill>
              </a:rPr>
              <a:t>solution</a:t>
            </a:r>
            <a:r>
              <a:rPr lang="de-DE" sz="1556">
                <a:solidFill>
                  <a:schemeClr val="tx1"/>
                </a:solidFill>
              </a:rPr>
              <a:t>.</a:t>
            </a:r>
            <a:r>
              <a:rPr lang="en-US" sz="1556">
                <a:solidFill>
                  <a:schemeClr val="tx1"/>
                </a:solidFill>
              </a:rPr>
              <a:t>”</a:t>
            </a:r>
            <a:endParaRPr lang="en-US" sz="2224">
              <a:solidFill>
                <a:schemeClr val="tx1"/>
              </a:solidFill>
              <a:cs typeface="Arial"/>
            </a:endParaRPr>
          </a:p>
        </p:txBody>
      </p:sp>
      <p:pic>
        <p:nvPicPr>
          <p:cNvPr id="11" name="Picture 10">
            <a:extLst>
              <a:ext uri="{FF2B5EF4-FFF2-40B4-BE49-F238E27FC236}">
                <a16:creationId xmlns:a16="http://schemas.microsoft.com/office/drawing/2014/main" id="{8F92C235-D250-2A50-80BB-56B8FF678BF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0479" y="1924922"/>
            <a:ext cx="1520391" cy="1520391"/>
          </a:xfrm>
          <a:prstGeom prst="rect">
            <a:avLst/>
          </a:prstGeom>
        </p:spPr>
      </p:pic>
      <p:sp>
        <p:nvSpPr>
          <p:cNvPr id="12" name="chapter_conv">
            <a:extLst>
              <a:ext uri="{FF2B5EF4-FFF2-40B4-BE49-F238E27FC236}">
                <a16:creationId xmlns:a16="http://schemas.microsoft.com/office/drawing/2014/main" id="{7FB80B78-B915-1E98-15CF-A4C4EAD6683C}"/>
              </a:ext>
            </a:extLst>
          </p:cNvPr>
          <p:cNvSpPr txBox="1">
            <a:spLocks/>
          </p:cNvSpPr>
          <p:nvPr/>
        </p:nvSpPr>
        <p:spPr>
          <a:xfrm>
            <a:off x="261320" y="805483"/>
            <a:ext cx="10174803" cy="480396"/>
          </a:xfrm>
          <a:prstGeom prst="rect">
            <a:avLst/>
          </a:prstGeom>
        </p:spPr>
        <p:txBody>
          <a:bodyPr lIns="0" tIns="0" rIns="0" bIns="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None/>
            </a:pPr>
            <a:r>
              <a:rPr lang="en-US" sz="2224">
                <a:solidFill>
                  <a:srgbClr val="FFFFFF"/>
                </a:solidFill>
              </a:rPr>
              <a:t>Device selection</a:t>
            </a:r>
          </a:p>
        </p:txBody>
      </p:sp>
      <p:pic>
        <p:nvPicPr>
          <p:cNvPr id="15" name="Picture 14">
            <a:extLst>
              <a:ext uri="{FF2B5EF4-FFF2-40B4-BE49-F238E27FC236}">
                <a16:creationId xmlns:a16="http://schemas.microsoft.com/office/drawing/2014/main" id="{97F04B68-2B43-AF2D-3479-197CB0B268E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08388" y="1924922"/>
            <a:ext cx="1520391" cy="1520391"/>
          </a:xfrm>
          <a:prstGeom prst="rect">
            <a:avLst/>
          </a:prstGeom>
        </p:spPr>
      </p:pic>
      <p:pic>
        <p:nvPicPr>
          <p:cNvPr id="4" name="Picture 3">
            <a:extLst>
              <a:ext uri="{FF2B5EF4-FFF2-40B4-BE49-F238E27FC236}">
                <a16:creationId xmlns:a16="http://schemas.microsoft.com/office/drawing/2014/main" id="{FFAAAFA3-B1F9-DD99-BD3F-E7DCAF73D4D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26298" y="1924922"/>
            <a:ext cx="1520391" cy="1520391"/>
          </a:xfrm>
          <a:prstGeom prst="rect">
            <a:avLst/>
          </a:prstGeom>
        </p:spPr>
      </p:pic>
      <p:pic>
        <p:nvPicPr>
          <p:cNvPr id="13" name="Picture 12">
            <a:extLst>
              <a:ext uri="{FF2B5EF4-FFF2-40B4-BE49-F238E27FC236}">
                <a16:creationId xmlns:a16="http://schemas.microsoft.com/office/drawing/2014/main" id="{1216A824-BA53-C50D-0169-AC647DA3A81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44207" y="1924922"/>
            <a:ext cx="1520392" cy="1520392"/>
          </a:xfrm>
          <a:prstGeom prst="rect">
            <a:avLst/>
          </a:prstGeom>
        </p:spPr>
      </p:pic>
    </p:spTree>
    <p:custDataLst>
      <p:tags r:id="rId1"/>
    </p:custDataLst>
    <p:extLst>
      <p:ext uri="{BB962C8B-B14F-4D97-AF65-F5344CB8AC3E}">
        <p14:creationId xmlns:p14="http://schemas.microsoft.com/office/powerpoint/2010/main" val="676823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63ADE77-7F42-2052-D24E-9BA129044599}"/>
              </a:ext>
            </a:extLst>
          </p:cNvPr>
          <p:cNvSpPr>
            <a:spLocks noGrp="1"/>
          </p:cNvSpPr>
          <p:nvPr>
            <p:ph type="title"/>
          </p:nvPr>
        </p:nvSpPr>
        <p:spPr>
          <a:xfrm>
            <a:off x="269543" y="626707"/>
            <a:ext cx="10515600" cy="654549"/>
          </a:xfrm>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de-DE" sz="2000" dirty="0"/>
              <a:t>Jeopardy </a:t>
            </a:r>
            <a:r>
              <a:rPr lang="en-CA" sz="2000" dirty="0"/>
              <a:t>during</a:t>
            </a:r>
            <a:r>
              <a:rPr lang="de-DE" sz="2000" dirty="0"/>
              <a:t> </a:t>
            </a:r>
            <a:r>
              <a:rPr lang="en-CA" sz="2000" dirty="0"/>
              <a:t>development</a:t>
            </a:r>
          </a:p>
        </p:txBody>
      </p:sp>
      <p:sp>
        <p:nvSpPr>
          <p:cNvPr id="5" name="chapter_conv">
            <a:extLst>
              <a:ext uri="{FF2B5EF4-FFF2-40B4-BE49-F238E27FC236}">
                <a16:creationId xmlns:a16="http://schemas.microsoft.com/office/drawing/2014/main" id="{8BBFD989-A087-A7B3-D481-A3F1912CFF07}"/>
              </a:ext>
            </a:extLst>
          </p:cNvPr>
          <p:cNvSpPr>
            <a:spLocks noGrp="1"/>
          </p:cNvSpPr>
          <p:nvPr>
            <p:ph type="body" sz="quarter" idx="15"/>
          </p:nvPr>
        </p:nvSpPr>
        <p:spPr/>
        <p:txBody>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buClr>
                <a:srgbClr val="000000"/>
              </a:buClr>
              <a:buSzPct val="100000"/>
            </a:pPr>
            <a:r>
              <a:rPr lang="en-CA" sz="2800">
                <a:solidFill>
                  <a:srgbClr val="164293"/>
                </a:solidFill>
                <a:latin typeface="Arial"/>
                <a:cs typeface="Arial"/>
              </a:rPr>
              <a:t>Can AUTOSAR fit into small devices?</a:t>
            </a:r>
            <a:endParaRPr lang="en-US" sz="2800">
              <a:solidFill>
                <a:srgbClr val="164293"/>
              </a:solidFill>
              <a:latin typeface="Arial"/>
              <a:cs typeface="Arial"/>
            </a:endParaRPr>
          </a:p>
        </p:txBody>
      </p:sp>
      <p:pic>
        <p:nvPicPr>
          <p:cNvPr id="2" name="Picture 1" descr="A purple and white arrow with a lightning bolt&#10;&#10;AI-generated content may be incorrect.">
            <a:extLst>
              <a:ext uri="{FF2B5EF4-FFF2-40B4-BE49-F238E27FC236}">
                <a16:creationId xmlns:a16="http://schemas.microsoft.com/office/drawing/2014/main" id="{93AEB504-E041-4629-E099-07F6C7FB74E5}"/>
              </a:ext>
            </a:extLst>
          </p:cNvPr>
          <p:cNvPicPr>
            <a:picLocks noChangeAspect="1"/>
          </p:cNvPicPr>
          <p:nvPr/>
        </p:nvPicPr>
        <p:blipFill>
          <a:blip r:embed="rId4"/>
          <a:stretch>
            <a:fillRect/>
          </a:stretch>
        </p:blipFill>
        <p:spPr>
          <a:xfrm>
            <a:off x="0" y="1438543"/>
            <a:ext cx="12192000" cy="4458586"/>
          </a:xfrm>
          <a:prstGeom prst="rect">
            <a:avLst/>
          </a:prstGeom>
        </p:spPr>
      </p:pic>
    </p:spTree>
    <p:custDataLst>
      <p:tags r:id="rId1"/>
    </p:custDataLst>
    <p:extLst>
      <p:ext uri="{BB962C8B-B14F-4D97-AF65-F5344CB8AC3E}">
        <p14:creationId xmlns:p14="http://schemas.microsoft.com/office/powerpoint/2010/main" val="2945261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A7AD-850D-F6DF-BE50-7F5C01BAD5A3}"/>
              </a:ext>
            </a:extLst>
          </p:cNvPr>
          <p:cNvSpPr>
            <a:spLocks noGrp="1"/>
          </p:cNvSpPr>
          <p:nvPr>
            <p:ph type="title"/>
          </p:nvPr>
        </p:nvSpPr>
        <p:spPr>
          <a:xfrm>
            <a:off x="295275" y="631825"/>
            <a:ext cx="10515600" cy="573088"/>
          </a:xfrm>
        </p:spPr>
        <p:txBody>
          <a:bodyPr>
            <a:norm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2000" dirty="0"/>
              <a:t>What is the root cause of these challenges?</a:t>
            </a:r>
            <a:endParaRPr lang="en-CA" sz="2000" dirty="0"/>
          </a:p>
        </p:txBody>
      </p:sp>
      <p:sp>
        <p:nvSpPr>
          <p:cNvPr id="5" name="Text Placeholder 4">
            <a:extLst>
              <a:ext uri="{FF2B5EF4-FFF2-40B4-BE49-F238E27FC236}">
                <a16:creationId xmlns:a16="http://schemas.microsoft.com/office/drawing/2014/main" id="{A852179A-47FC-FD58-2E6B-B17064A766C3}"/>
              </a:ext>
            </a:extLst>
          </p:cNvPr>
          <p:cNvSpPr>
            <a:spLocks noGrp="1"/>
          </p:cNvSpPr>
          <p:nvPr>
            <p:ph type="body" sz="quarter" idx="15"/>
          </p:nvPr>
        </p:nvSpPr>
        <p:spPr/>
        <p:txBody>
          <a:bodyPr vert="horz" lIns="0" tIns="0" rIns="0" bIns="0" rtlCol="0" anchor="t">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buClr>
                <a:srgbClr val="000000"/>
              </a:buClr>
              <a:buSzPct val="100000"/>
            </a:pPr>
            <a:r>
              <a:rPr lang="en-US" sz="2800" dirty="0">
                <a:solidFill>
                  <a:srgbClr val="164293"/>
                </a:solidFill>
                <a:latin typeface="Arial"/>
                <a:cs typeface="Arial"/>
              </a:rPr>
              <a:t>Can AUTOSAR fit into small devices?</a:t>
            </a:r>
            <a:endParaRPr lang="en-CA" sz="2800" dirty="0">
              <a:solidFill>
                <a:srgbClr val="164293"/>
              </a:solidFill>
              <a:latin typeface="Arial"/>
              <a:cs typeface="Arial"/>
            </a:endParaRPr>
          </a:p>
        </p:txBody>
      </p:sp>
      <p:sp>
        <p:nvSpPr>
          <p:cNvPr id="6" name="Rectangle: Rounded Corners 5">
            <a:extLst>
              <a:ext uri="{FF2B5EF4-FFF2-40B4-BE49-F238E27FC236}">
                <a16:creationId xmlns:a16="http://schemas.microsoft.com/office/drawing/2014/main" id="{7E5B11EC-C496-492C-D8C4-A349F4039F28}"/>
              </a:ext>
            </a:extLst>
          </p:cNvPr>
          <p:cNvSpPr/>
          <p:nvPr/>
        </p:nvSpPr>
        <p:spPr>
          <a:xfrm>
            <a:off x="296606" y="2310658"/>
            <a:ext cx="3200823" cy="2798391"/>
          </a:xfrm>
          <a:prstGeom prst="roundRect">
            <a:avLst>
              <a:gd name="adj" fmla="val 1071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1016264" eaLnBrk="0" fontAlgn="base" hangingPunct="0">
              <a:spcBef>
                <a:spcPct val="0"/>
              </a:spcBef>
              <a:spcAft>
                <a:spcPct val="0"/>
              </a:spcAft>
            </a:pPr>
            <a:r>
              <a:rPr lang="en-US" altLang="en-US" sz="1550" b="1" dirty="0">
                <a:solidFill>
                  <a:schemeClr val="bg1"/>
                </a:solidFill>
                <a:latin typeface="Arial"/>
                <a:cs typeface="Arial"/>
              </a:rPr>
              <a:t>Assumptions</a:t>
            </a:r>
          </a:p>
          <a:p>
            <a:pPr defTabSz="1016264" eaLnBrk="0" fontAlgn="base" hangingPunct="0">
              <a:spcBef>
                <a:spcPct val="0"/>
              </a:spcBef>
              <a:spcAft>
                <a:spcPct val="0"/>
              </a:spcAft>
            </a:pPr>
            <a:endParaRPr lang="en-US" altLang="en-US" sz="1556" b="1">
              <a:latin typeface="Arial" panose="020B0604020202020204" pitchFamily="34" charset="0"/>
            </a:endParaRPr>
          </a:p>
          <a:p>
            <a:pPr marL="317500" indent="-317500" defTabSz="1016264" eaLnBrk="0" fontAlgn="base" hangingPunct="0">
              <a:lnSpc>
                <a:spcPct val="100000"/>
              </a:lnSpc>
              <a:spcBef>
                <a:spcPct val="0"/>
              </a:spcBef>
              <a:spcAft>
                <a:spcPct val="0"/>
              </a:spcAft>
              <a:buClrTx/>
              <a:buSzTx/>
              <a:buFont typeface="Arial" panose="020B0604020202020204" pitchFamily="34" charset="0"/>
              <a:buChar char="•"/>
            </a:pPr>
            <a:r>
              <a:rPr lang="en-US" altLang="en-US" sz="1550" dirty="0">
                <a:solidFill>
                  <a:schemeClr val="bg1"/>
                </a:solidFill>
                <a:latin typeface="Arial"/>
                <a:cs typeface="Arial"/>
              </a:rPr>
              <a:t>“AUTOSAR needs MCUs with MBs of Flash.”</a:t>
            </a:r>
          </a:p>
          <a:p>
            <a:pPr marL="317583" indent="-317583" defTabSz="1016264" eaLnBrk="0" fontAlgn="base" hangingPunct="0">
              <a:lnSpc>
                <a:spcPct val="100000"/>
              </a:lnSpc>
              <a:spcBef>
                <a:spcPct val="0"/>
              </a:spcBef>
              <a:spcAft>
                <a:spcPct val="0"/>
              </a:spcAft>
              <a:buClrTx/>
              <a:buSzTx/>
              <a:buFont typeface="Arial" panose="020B0604020202020204" pitchFamily="34" charset="0"/>
              <a:buChar char="•"/>
            </a:pPr>
            <a:endParaRPr lang="en-US" altLang="en-US" sz="1556">
              <a:solidFill>
                <a:schemeClr val="bg1"/>
              </a:solidFill>
              <a:latin typeface="Arial" panose="020B0604020202020204" pitchFamily="34" charset="0"/>
            </a:endParaRPr>
          </a:p>
          <a:p>
            <a:pPr marL="317500" indent="-317500" defTabSz="1016264" eaLnBrk="0" fontAlgn="base" hangingPunct="0">
              <a:lnSpc>
                <a:spcPct val="100000"/>
              </a:lnSpc>
              <a:spcBef>
                <a:spcPct val="0"/>
              </a:spcBef>
              <a:spcAft>
                <a:spcPct val="0"/>
              </a:spcAft>
              <a:buClrTx/>
              <a:buSzTx/>
              <a:buFont typeface="Arial" panose="020B0604020202020204" pitchFamily="34" charset="0"/>
              <a:buChar char="•"/>
            </a:pPr>
            <a:r>
              <a:rPr lang="en-US" altLang="en-US" sz="1550" dirty="0">
                <a:solidFill>
                  <a:schemeClr val="bg1"/>
                </a:solidFill>
                <a:latin typeface="Arial"/>
                <a:cs typeface="Arial"/>
              </a:rPr>
              <a:t>“Smaller, cheaper MCUs require a different solution.”</a:t>
            </a:r>
          </a:p>
        </p:txBody>
      </p:sp>
      <p:sp>
        <p:nvSpPr>
          <p:cNvPr id="7" name="Rectangle: Rounded Corners 6">
            <a:extLst>
              <a:ext uri="{FF2B5EF4-FFF2-40B4-BE49-F238E27FC236}">
                <a16:creationId xmlns:a16="http://schemas.microsoft.com/office/drawing/2014/main" id="{5C683656-E1DE-912A-B2E4-153DB4BBE4E6}"/>
              </a:ext>
            </a:extLst>
          </p:cNvPr>
          <p:cNvSpPr/>
          <p:nvPr/>
        </p:nvSpPr>
        <p:spPr>
          <a:xfrm>
            <a:off x="4566032" y="2310657"/>
            <a:ext cx="3200823" cy="279839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1016264" eaLnBrk="0" fontAlgn="base" hangingPunct="0">
              <a:spcBef>
                <a:spcPct val="0"/>
              </a:spcBef>
              <a:spcAft>
                <a:spcPct val="0"/>
              </a:spcAft>
            </a:pPr>
            <a:r>
              <a:rPr lang="en-US" altLang="en-US" sz="1550" b="1" dirty="0">
                <a:solidFill>
                  <a:schemeClr val="bg1"/>
                </a:solidFill>
                <a:latin typeface="Arial"/>
                <a:cs typeface="Arial"/>
              </a:rPr>
              <a:t>Experiences and History</a:t>
            </a:r>
          </a:p>
          <a:p>
            <a:pPr defTabSz="1016264" eaLnBrk="0" fontAlgn="base" hangingPunct="0">
              <a:spcBef>
                <a:spcPct val="0"/>
              </a:spcBef>
              <a:spcAft>
                <a:spcPct val="0"/>
              </a:spcAft>
            </a:pPr>
            <a:endParaRPr lang="en-US" altLang="en-US" sz="1550" dirty="0">
              <a:solidFill>
                <a:schemeClr val="bg1"/>
              </a:solidFill>
              <a:latin typeface="Arial" panose="020B0604020202020204" pitchFamily="34" charset="0"/>
              <a:cs typeface="Arial"/>
            </a:endParaRPr>
          </a:p>
          <a:p>
            <a:pPr marL="317500" indent="-317500" defTabSz="1016264" eaLnBrk="0" fontAlgn="base" hangingPunct="0">
              <a:spcBef>
                <a:spcPct val="0"/>
              </a:spcBef>
              <a:spcAft>
                <a:spcPct val="0"/>
              </a:spcAft>
              <a:buFont typeface="Arial" panose="020B0604020202020204" pitchFamily="34" charset="0"/>
              <a:buChar char="•"/>
            </a:pPr>
            <a:r>
              <a:rPr lang="en-US" altLang="en-US" sz="1550" dirty="0">
                <a:solidFill>
                  <a:schemeClr val="bg1"/>
                </a:solidFill>
                <a:latin typeface="Arial"/>
                <a:cs typeface="Arial"/>
              </a:rPr>
              <a:t>Past experiences </a:t>
            </a:r>
          </a:p>
          <a:p>
            <a:pPr marL="317500" indent="-317500" defTabSz="1016264" eaLnBrk="0" fontAlgn="base" hangingPunct="0">
              <a:spcBef>
                <a:spcPct val="0"/>
              </a:spcBef>
              <a:spcAft>
                <a:spcPct val="0"/>
              </a:spcAft>
              <a:buFont typeface="Arial" panose="020B0604020202020204" pitchFamily="34" charset="0"/>
              <a:buChar char="•"/>
            </a:pPr>
            <a:endParaRPr lang="en-US" altLang="en-US" sz="1550" dirty="0">
              <a:solidFill>
                <a:schemeClr val="bg1"/>
              </a:solidFill>
              <a:latin typeface="Arial" panose="020B0604020202020204" pitchFamily="34" charset="0"/>
              <a:cs typeface="Arial"/>
            </a:endParaRPr>
          </a:p>
          <a:p>
            <a:pPr marL="317500" indent="-317500" defTabSz="1016264" eaLnBrk="0" fontAlgn="base" hangingPunct="0">
              <a:spcBef>
                <a:spcPct val="0"/>
              </a:spcBef>
              <a:spcAft>
                <a:spcPct val="0"/>
              </a:spcAft>
              <a:buFont typeface="Arial" panose="020B0604020202020204" pitchFamily="34" charset="0"/>
              <a:buChar char="•"/>
            </a:pPr>
            <a:r>
              <a:rPr lang="en-US" altLang="en-US" sz="1550" dirty="0">
                <a:solidFill>
                  <a:schemeClr val="bg1"/>
                </a:solidFill>
                <a:latin typeface="Arial"/>
                <a:cs typeface="Arial"/>
              </a:rPr>
              <a:t>Shared stories</a:t>
            </a:r>
          </a:p>
          <a:p>
            <a:pPr marL="317500" indent="-317500" defTabSz="1016264" eaLnBrk="0" fontAlgn="base" hangingPunct="0">
              <a:spcBef>
                <a:spcPct val="0"/>
              </a:spcBef>
              <a:spcAft>
                <a:spcPct val="0"/>
              </a:spcAft>
              <a:buFont typeface="Arial" panose="020B0604020202020204" pitchFamily="34" charset="0"/>
              <a:buChar char="•"/>
            </a:pPr>
            <a:endParaRPr lang="en-US" altLang="en-US" sz="1550" dirty="0">
              <a:solidFill>
                <a:schemeClr val="bg1"/>
              </a:solidFill>
              <a:latin typeface="Arial" panose="020B0604020202020204" pitchFamily="34" charset="0"/>
              <a:cs typeface="Arial"/>
            </a:endParaRPr>
          </a:p>
          <a:p>
            <a:pPr defTabSz="1016264" eaLnBrk="0" fontAlgn="base" hangingPunct="0">
              <a:spcBef>
                <a:spcPct val="0"/>
              </a:spcBef>
              <a:spcAft>
                <a:spcPct val="0"/>
              </a:spcAft>
            </a:pPr>
            <a:r>
              <a:rPr lang="en-US" altLang="en-US" sz="1550" dirty="0">
                <a:solidFill>
                  <a:schemeClr val="bg1"/>
                </a:solidFill>
                <a:latin typeface="Arial"/>
                <a:cs typeface="Arial"/>
              </a:rPr>
              <a:t>These inform our thoughts going into new projects</a:t>
            </a:r>
          </a:p>
        </p:txBody>
      </p:sp>
      <p:cxnSp>
        <p:nvCxnSpPr>
          <p:cNvPr id="9" name="Straight Arrow Connector 8">
            <a:extLst>
              <a:ext uri="{FF2B5EF4-FFF2-40B4-BE49-F238E27FC236}">
                <a16:creationId xmlns:a16="http://schemas.microsoft.com/office/drawing/2014/main" id="{F26781A4-7C79-8977-0F58-FE1A35C4BCCE}"/>
              </a:ext>
            </a:extLst>
          </p:cNvPr>
          <p:cNvCxnSpPr>
            <a:cxnSpLocks/>
            <a:stCxn id="6" idx="3"/>
            <a:endCxn id="7" idx="1"/>
          </p:cNvCxnSpPr>
          <p:nvPr/>
        </p:nvCxnSpPr>
        <p:spPr>
          <a:xfrm flipV="1">
            <a:off x="3497430" y="3709853"/>
            <a:ext cx="1068603" cy="1"/>
          </a:xfrm>
          <a:prstGeom prst="straightConnector1">
            <a:avLst/>
          </a:prstGeom>
          <a:ln w="19050" cap="flat" cmpd="sng" algn="ctr">
            <a:solidFill>
              <a:schemeClr val="accent1"/>
            </a:solidFill>
            <a:prstDash val="solid"/>
            <a:round/>
            <a:headEnd type="none" w="med" len="med"/>
            <a:tailEnd type="arrow" w="lg" len="med"/>
          </a:ln>
        </p:spPr>
        <p:style>
          <a:lnRef idx="0">
            <a:scrgbClr r="0" g="0" b="0"/>
          </a:lnRef>
          <a:fillRef idx="0">
            <a:scrgbClr r="0" g="0" b="0"/>
          </a:fillRef>
          <a:effectRef idx="0">
            <a:scrgbClr r="0" g="0" b="0"/>
          </a:effectRef>
          <a:fontRef idx="minor">
            <a:schemeClr val="tx1"/>
          </a:fontRef>
        </p:style>
      </p:cxnSp>
      <p:sp>
        <p:nvSpPr>
          <p:cNvPr id="10" name="Rectangle: Rounded Corners 9">
            <a:extLst>
              <a:ext uri="{FF2B5EF4-FFF2-40B4-BE49-F238E27FC236}">
                <a16:creationId xmlns:a16="http://schemas.microsoft.com/office/drawing/2014/main" id="{7726F23D-F998-9C7C-CC95-9C5F004E2D66}"/>
              </a:ext>
            </a:extLst>
          </p:cNvPr>
          <p:cNvSpPr/>
          <p:nvPr/>
        </p:nvSpPr>
        <p:spPr>
          <a:xfrm>
            <a:off x="8704897" y="2310657"/>
            <a:ext cx="3200823" cy="2798391"/>
          </a:xfrm>
          <a:prstGeom prst="roundRect">
            <a:avLst>
              <a:gd name="adj" fmla="val 725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lvl="0" defTabSz="1016264" eaLnBrk="0" fontAlgn="base" hangingPunct="0">
              <a:spcBef>
                <a:spcPct val="0"/>
              </a:spcBef>
              <a:spcAft>
                <a:spcPct val="0"/>
              </a:spcAft>
            </a:pPr>
            <a:r>
              <a:rPr lang="en-US" altLang="en-US" sz="1550" b="1" dirty="0">
                <a:solidFill>
                  <a:schemeClr val="bg1"/>
                </a:solidFill>
                <a:latin typeface="Arial"/>
                <a:cs typeface="Arial"/>
              </a:rPr>
              <a:t>Root Cause of these experiences</a:t>
            </a:r>
          </a:p>
          <a:p>
            <a:pPr lvl="0" defTabSz="1016264" eaLnBrk="0" fontAlgn="base" hangingPunct="0">
              <a:spcBef>
                <a:spcPct val="0"/>
              </a:spcBef>
              <a:spcAft>
                <a:spcPct val="0"/>
              </a:spcAft>
            </a:pPr>
            <a:endParaRPr lang="en-US" altLang="en-US" sz="1550" b="1" dirty="0">
              <a:solidFill>
                <a:schemeClr val="bg1"/>
              </a:solidFill>
              <a:latin typeface="Arial" panose="020B0604020202020204" pitchFamily="34" charset="0"/>
              <a:cs typeface="Arial"/>
            </a:endParaRPr>
          </a:p>
          <a:p>
            <a:pPr marL="381000" lvl="0" indent="-381000" defTabSz="1016264" eaLnBrk="0" fontAlgn="base" hangingPunct="0">
              <a:lnSpc>
                <a:spcPct val="100000"/>
              </a:lnSpc>
              <a:spcBef>
                <a:spcPct val="0"/>
              </a:spcBef>
              <a:spcAft>
                <a:spcPct val="0"/>
              </a:spcAft>
              <a:buClrTx/>
              <a:buSzTx/>
              <a:buFont typeface="Arial" panose="020B0604020202020204" pitchFamily="34" charset="0"/>
              <a:buChar char="•"/>
            </a:pPr>
            <a:r>
              <a:rPr lang="en-US" altLang="en-US" sz="1550" dirty="0">
                <a:solidFill>
                  <a:schemeClr val="bg1"/>
                </a:solidFill>
                <a:latin typeface="Arial"/>
                <a:cs typeface="Arial"/>
              </a:rPr>
              <a:t>AUTOSAR implementations that are not optimized</a:t>
            </a:r>
          </a:p>
          <a:p>
            <a:pPr marL="381000" lvl="0" indent="-381000" defTabSz="1016264" eaLnBrk="0" fontAlgn="base" hangingPunct="0">
              <a:lnSpc>
                <a:spcPct val="100000"/>
              </a:lnSpc>
              <a:spcBef>
                <a:spcPct val="0"/>
              </a:spcBef>
              <a:spcAft>
                <a:spcPct val="0"/>
              </a:spcAft>
              <a:buClrTx/>
              <a:buSzTx/>
              <a:buFont typeface="Arial" panose="020B0604020202020204" pitchFamily="34" charset="0"/>
              <a:buChar char="•"/>
            </a:pPr>
            <a:endParaRPr lang="en-US" altLang="en-US" sz="1550" dirty="0">
              <a:solidFill>
                <a:schemeClr val="bg1"/>
              </a:solidFill>
              <a:latin typeface="Arial" panose="020B0604020202020204" pitchFamily="34" charset="0"/>
              <a:cs typeface="Arial"/>
            </a:endParaRPr>
          </a:p>
          <a:p>
            <a:pPr marL="381000" lvl="0" indent="-381000" defTabSz="1016264" eaLnBrk="0" fontAlgn="base" hangingPunct="0">
              <a:lnSpc>
                <a:spcPct val="100000"/>
              </a:lnSpc>
              <a:spcBef>
                <a:spcPct val="0"/>
              </a:spcBef>
              <a:spcAft>
                <a:spcPct val="0"/>
              </a:spcAft>
              <a:buClrTx/>
              <a:buSzTx/>
              <a:buFont typeface="Arial" panose="020B0604020202020204" pitchFamily="34" charset="0"/>
              <a:buChar char="•"/>
            </a:pPr>
            <a:r>
              <a:rPr lang="en-US" altLang="en-US" sz="1550" dirty="0">
                <a:solidFill>
                  <a:schemeClr val="bg1"/>
                </a:solidFill>
                <a:latin typeface="Arial"/>
                <a:cs typeface="Arial"/>
              </a:rPr>
              <a:t>AUTOSAR projects with poor design choices and configuration</a:t>
            </a:r>
          </a:p>
        </p:txBody>
      </p:sp>
      <p:cxnSp>
        <p:nvCxnSpPr>
          <p:cNvPr id="12" name="Straight Arrow Connector 11">
            <a:extLst>
              <a:ext uri="{FF2B5EF4-FFF2-40B4-BE49-F238E27FC236}">
                <a16:creationId xmlns:a16="http://schemas.microsoft.com/office/drawing/2014/main" id="{5BF8B1D3-D0C9-36DE-0237-28326F9B669E}"/>
              </a:ext>
            </a:extLst>
          </p:cNvPr>
          <p:cNvCxnSpPr>
            <a:cxnSpLocks/>
            <a:stCxn id="7" idx="3"/>
            <a:endCxn id="10" idx="1"/>
          </p:cNvCxnSpPr>
          <p:nvPr/>
        </p:nvCxnSpPr>
        <p:spPr>
          <a:xfrm>
            <a:off x="7766855" y="3709852"/>
            <a:ext cx="938041" cy="0"/>
          </a:xfrm>
          <a:prstGeom prst="straightConnector1">
            <a:avLst/>
          </a:prstGeom>
          <a:ln w="19050" cap="flat" cmpd="sng" algn="ctr">
            <a:solidFill>
              <a:schemeClr val="accent1"/>
            </a:solidFill>
            <a:prstDash val="solid"/>
            <a:round/>
            <a:headEnd type="none" w="med" len="med"/>
            <a:tailEnd type="arrow" w="lg" len="med"/>
          </a:ln>
        </p:spPr>
        <p:style>
          <a:lnRef idx="0">
            <a:scrgbClr r="0" g="0" b="0"/>
          </a:lnRef>
          <a:fillRef idx="0">
            <a:scrgbClr r="0" g="0" b="0"/>
          </a:fillRef>
          <a:effectRef idx="0">
            <a:scrgbClr r="0" g="0" b="0"/>
          </a:effectRef>
          <a:fontRef idx="minor">
            <a:schemeClr val="tx1"/>
          </a:fontRef>
        </p:style>
      </p:cxnSp>
      <p:sp>
        <p:nvSpPr>
          <p:cNvPr id="3" name="Rectangle: Rounded Corners 2">
            <a:extLst>
              <a:ext uri="{FF2B5EF4-FFF2-40B4-BE49-F238E27FC236}">
                <a16:creationId xmlns:a16="http://schemas.microsoft.com/office/drawing/2014/main" id="{337F4015-B239-8D15-9474-F4FDAD743B21}"/>
              </a:ext>
            </a:extLst>
          </p:cNvPr>
          <p:cNvSpPr/>
          <p:nvPr/>
        </p:nvSpPr>
        <p:spPr>
          <a:xfrm>
            <a:off x="268377" y="1437233"/>
            <a:ext cx="11726294" cy="5073545"/>
          </a:xfrm>
          <a:prstGeom prst="roundRect">
            <a:avLst>
              <a:gd name="adj" fmla="val 3354"/>
            </a:avLst>
          </a:prstGeom>
          <a:noFill/>
        </p:spPr>
        <p:style>
          <a:lnRef idx="3">
            <a:schemeClr val="lt1"/>
          </a:lnRef>
          <a:fillRef idx="1">
            <a:schemeClr val="accent1"/>
          </a:fillRef>
          <a:effectRef idx="1">
            <a:schemeClr val="accent1"/>
          </a:effectRef>
          <a:fontRef idx="minor">
            <a:schemeClr val="lt1"/>
          </a:fontRef>
        </p:style>
        <p:txBody>
          <a:bodyPr rtlCol="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1778" b="1">
                <a:solidFill>
                  <a:schemeClr val="tx1"/>
                </a:solidFill>
              </a:rPr>
              <a:t>Why is there an assumption in the industry that AUTOSAR is “too big” for small MCUs?</a:t>
            </a:r>
            <a:endParaRPr lang="en-US" sz="1778">
              <a:solidFill>
                <a:schemeClr val="tx1"/>
              </a:solidFill>
            </a:endParaRPr>
          </a:p>
        </p:txBody>
      </p:sp>
    </p:spTree>
    <p:extLst>
      <p:ext uri="{BB962C8B-B14F-4D97-AF65-F5344CB8AC3E}">
        <p14:creationId xmlns:p14="http://schemas.microsoft.com/office/powerpoint/2010/main" val="4205524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37F49-845C-6590-F164-8D844D068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A3449-66F6-26BB-7719-4E95A465DA53}"/>
              </a:ext>
            </a:extLst>
          </p:cNvPr>
          <p:cNvSpPr>
            <a:spLocks noGrp="1"/>
          </p:cNvSpPr>
          <p:nvPr>
            <p:ph type="title"/>
          </p:nvPr>
        </p:nvSpPr>
        <p:spPr>
          <a:xfrm>
            <a:off x="295275" y="631825"/>
            <a:ext cx="10515600" cy="639763"/>
          </a:xfrm>
        </p:spPr>
        <p:txBody>
          <a:bodyPr>
            <a:norm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2000" dirty="0"/>
              <a:t>What is the root cause of these challenges?</a:t>
            </a:r>
          </a:p>
        </p:txBody>
      </p:sp>
      <p:sp>
        <p:nvSpPr>
          <p:cNvPr id="5" name="Text Placeholder 4">
            <a:extLst>
              <a:ext uri="{FF2B5EF4-FFF2-40B4-BE49-F238E27FC236}">
                <a16:creationId xmlns:a16="http://schemas.microsoft.com/office/drawing/2014/main" id="{4C6018B5-6BD2-93A1-F61D-271E309F6FB3}"/>
              </a:ext>
            </a:extLst>
          </p:cNvPr>
          <p:cNvSpPr>
            <a:spLocks noGrp="1"/>
          </p:cNvSpPr>
          <p:nvPr>
            <p:ph type="body" sz="quarter" idx="15"/>
          </p:nvPr>
        </p:nvSpPr>
        <p:spPr/>
        <p:txBody>
          <a:bodyPr vert="horz" lIns="0" tIns="0" rIns="0" bIns="0" rtlCol="0" anchor="t">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buClr>
                <a:srgbClr val="000000"/>
              </a:buClr>
              <a:buSzPct val="100000"/>
            </a:pPr>
            <a:r>
              <a:rPr lang="en-US" sz="2800" dirty="0">
                <a:solidFill>
                  <a:srgbClr val="164293"/>
                </a:solidFill>
                <a:latin typeface="Arial"/>
                <a:cs typeface="Arial"/>
              </a:rPr>
              <a:t>Can AUTOSAR fit into small devices?</a:t>
            </a:r>
          </a:p>
        </p:txBody>
      </p:sp>
      <p:sp>
        <p:nvSpPr>
          <p:cNvPr id="6" name="Rectangle: Rounded Corners 5">
            <a:extLst>
              <a:ext uri="{FF2B5EF4-FFF2-40B4-BE49-F238E27FC236}">
                <a16:creationId xmlns:a16="http://schemas.microsoft.com/office/drawing/2014/main" id="{35618ED2-1424-A057-D0BE-84FD80EB0DFE}"/>
              </a:ext>
            </a:extLst>
          </p:cNvPr>
          <p:cNvSpPr/>
          <p:nvPr/>
        </p:nvSpPr>
        <p:spPr>
          <a:xfrm>
            <a:off x="296606" y="1488046"/>
            <a:ext cx="7871791" cy="5073545"/>
          </a:xfrm>
          <a:prstGeom prst="roundRect">
            <a:avLst>
              <a:gd name="adj" fmla="val 3354"/>
            </a:avLst>
          </a:prstGeom>
          <a:noFill/>
        </p:spPr>
        <p:style>
          <a:lnRef idx="3">
            <a:schemeClr val="lt1"/>
          </a:lnRef>
          <a:fillRef idx="1">
            <a:schemeClr val="accent1"/>
          </a:fillRef>
          <a:effectRef idx="1">
            <a:schemeClr val="accent1"/>
          </a:effectRef>
          <a:fontRef idx="minor">
            <a:schemeClr val="lt1"/>
          </a:fontRef>
        </p:style>
        <p:txBody>
          <a:bodyPr rtlCol="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1778" b="1">
                <a:solidFill>
                  <a:schemeClr val="tx1"/>
                </a:solidFill>
              </a:rPr>
              <a:t>Root causes</a:t>
            </a:r>
          </a:p>
          <a:p>
            <a:endParaRPr lang="en-US" sz="1778" b="1">
              <a:solidFill>
                <a:schemeClr val="tx1"/>
              </a:solidFill>
            </a:endParaRPr>
          </a:p>
          <a:p>
            <a:pPr lvl="0" defTabSz="1016264" eaLnBrk="0" fontAlgn="base" hangingPunct="0">
              <a:lnSpc>
                <a:spcPct val="100000"/>
              </a:lnSpc>
              <a:spcBef>
                <a:spcPct val="0"/>
              </a:spcBef>
              <a:spcAft>
                <a:spcPts val="333"/>
              </a:spcAft>
              <a:buClrTx/>
              <a:buSzTx/>
            </a:pPr>
            <a:r>
              <a:rPr lang="en-US" altLang="en-US" sz="1778">
                <a:solidFill>
                  <a:schemeClr val="tx1"/>
                </a:solidFill>
                <a:latin typeface="Arial" panose="020B0604020202020204" pitchFamily="34" charset="0"/>
              </a:rPr>
              <a:t>1. AUTOSAR implementations that are not optimized</a:t>
            </a: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sz="1778">
                <a:solidFill>
                  <a:schemeClr val="tx1"/>
                </a:solidFill>
              </a:rPr>
              <a:t>Generic BSW modules which cannot be specialized</a:t>
            </a:r>
            <a:endParaRPr lang="en-US" altLang="en-US" sz="1778">
              <a:solidFill>
                <a:schemeClr val="tx1"/>
              </a:solidFill>
              <a:latin typeface="Arial" panose="020B0604020202020204" pitchFamily="34" charset="0"/>
            </a:endParaRP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sz="1778">
                <a:solidFill>
                  <a:schemeClr val="tx1"/>
                </a:solidFill>
              </a:rPr>
              <a:t>Generators that prioritize flexibility over size</a:t>
            </a: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altLang="en-US" sz="1778">
                <a:solidFill>
                  <a:schemeClr val="tx1"/>
                </a:solidFill>
                <a:latin typeface="Arial" panose="020B0604020202020204" pitchFamily="34" charset="0"/>
              </a:rPr>
              <a:t>Sub-optimal implementation of AUTOSAR features</a:t>
            </a:r>
          </a:p>
          <a:p>
            <a:pPr marL="217015" lvl="1" defTabSz="1016264" eaLnBrk="0" fontAlgn="base" hangingPunct="0">
              <a:lnSpc>
                <a:spcPct val="100000"/>
              </a:lnSpc>
              <a:spcBef>
                <a:spcPct val="0"/>
              </a:spcBef>
              <a:spcAft>
                <a:spcPct val="0"/>
              </a:spcAft>
              <a:buClrTx/>
              <a:buSzTx/>
            </a:pPr>
            <a:endParaRPr lang="en-US" altLang="en-US" sz="1778">
              <a:solidFill>
                <a:schemeClr val="tx1"/>
              </a:solidFill>
              <a:latin typeface="Arial" panose="020B0604020202020204" pitchFamily="34" charset="0"/>
            </a:endParaRPr>
          </a:p>
          <a:p>
            <a:pPr defTabSz="1016264" eaLnBrk="0" fontAlgn="base" hangingPunct="0">
              <a:spcBef>
                <a:spcPct val="0"/>
              </a:spcBef>
              <a:spcAft>
                <a:spcPts val="333"/>
              </a:spcAft>
            </a:pPr>
            <a:r>
              <a:rPr lang="en-US" altLang="en-US" sz="1778">
                <a:solidFill>
                  <a:schemeClr val="tx1"/>
                </a:solidFill>
                <a:latin typeface="Arial" panose="020B0604020202020204" pitchFamily="34" charset="0"/>
              </a:rPr>
              <a:t>2. AUTOSAR projects with poor default design choices &amp; configuration</a:t>
            </a: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altLang="en-US" sz="1778">
                <a:solidFill>
                  <a:schemeClr val="tx1"/>
                </a:solidFill>
                <a:latin typeface="Arial" panose="020B0604020202020204" pitchFamily="34" charset="0"/>
              </a:rPr>
              <a:t>Extended OS tasks, or simply too many OS tasks</a:t>
            </a: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altLang="en-US" sz="1778">
                <a:solidFill>
                  <a:schemeClr val="tx1"/>
                </a:solidFill>
                <a:latin typeface="Arial" panose="020B0604020202020204" pitchFamily="34" charset="0"/>
              </a:rPr>
              <a:t>Unnecessary features enabled</a:t>
            </a: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altLang="en-US" sz="1778">
                <a:solidFill>
                  <a:schemeClr val="tx1"/>
                </a:solidFill>
                <a:latin typeface="Arial" panose="020B0604020202020204" pitchFamily="34" charset="0"/>
              </a:rPr>
              <a:t>Use of features that are intrinsically slow or big by their nature (e.g. inter-ECU synchronous client-server)</a:t>
            </a:r>
          </a:p>
          <a:p>
            <a:pPr marL="598114" lvl="1" indent="-381099" defTabSz="1016264" eaLnBrk="0" fontAlgn="base" hangingPunct="0">
              <a:lnSpc>
                <a:spcPct val="100000"/>
              </a:lnSpc>
              <a:spcBef>
                <a:spcPct val="0"/>
              </a:spcBef>
              <a:spcAft>
                <a:spcPts val="333"/>
              </a:spcAft>
              <a:buClrTx/>
              <a:buSzTx/>
              <a:buFont typeface="Arial" panose="020B0604020202020204" pitchFamily="34" charset="0"/>
              <a:buChar char="•"/>
            </a:pPr>
            <a:r>
              <a:rPr lang="en-US" altLang="en-US" sz="1778">
                <a:solidFill>
                  <a:schemeClr val="tx1"/>
                </a:solidFill>
                <a:latin typeface="Arial" panose="020B0604020202020204" pitchFamily="34" charset="0"/>
              </a:rPr>
              <a:t>High impact options lost in the mass of configuration </a:t>
            </a:r>
            <a:br>
              <a:rPr lang="en-US" altLang="en-US" sz="1778">
                <a:solidFill>
                  <a:schemeClr val="tx1"/>
                </a:solidFill>
                <a:latin typeface="Arial" panose="020B0604020202020204" pitchFamily="34" charset="0"/>
              </a:rPr>
            </a:br>
            <a:r>
              <a:rPr lang="en-US" altLang="en-US" sz="1778">
                <a:solidFill>
                  <a:schemeClr val="tx1"/>
                </a:solidFill>
                <a:latin typeface="Arial" panose="020B0604020202020204" pitchFamily="34" charset="0"/>
              </a:rPr>
              <a:t>(</a:t>
            </a:r>
            <a:r>
              <a:rPr lang="en-US" sz="1778" err="1">
                <a:solidFill>
                  <a:schemeClr val="tx1"/>
                </a:solidFill>
              </a:rPr>
              <a:t>DcmDslBuffer</a:t>
            </a:r>
            <a:r>
              <a:rPr lang="en-US" sz="1778">
                <a:solidFill>
                  <a:schemeClr val="tx1"/>
                </a:solidFill>
              </a:rPr>
              <a:t>, </a:t>
            </a:r>
            <a:r>
              <a:rPr lang="en-US" sz="1778" err="1">
                <a:solidFill>
                  <a:schemeClr val="tx1"/>
                </a:solidFill>
              </a:rPr>
              <a:t>PduRTxBuffer</a:t>
            </a:r>
            <a:r>
              <a:rPr lang="en-US" sz="1778">
                <a:solidFill>
                  <a:schemeClr val="tx1"/>
                </a:solidFill>
              </a:rPr>
              <a:t>, </a:t>
            </a:r>
            <a:r>
              <a:rPr lang="en-US" sz="1778" err="1">
                <a:solidFill>
                  <a:schemeClr val="tx1"/>
                </a:solidFill>
              </a:rPr>
              <a:t>DemBswErrorBufferSize</a:t>
            </a:r>
            <a:r>
              <a:rPr lang="en-US" sz="1778">
                <a:solidFill>
                  <a:schemeClr val="tx1"/>
                </a:solidFill>
              </a:rPr>
              <a:t>)</a:t>
            </a:r>
            <a:endParaRPr lang="en-US" altLang="en-US" sz="1778">
              <a:solidFill>
                <a:schemeClr val="tx1"/>
              </a:solidFill>
              <a:latin typeface="Arial" panose="020B0604020202020204" pitchFamily="34" charset="0"/>
            </a:endParaRPr>
          </a:p>
          <a:p>
            <a:endParaRPr lang="en-US" sz="1778">
              <a:solidFill>
                <a:schemeClr val="tx1"/>
              </a:solidFill>
            </a:endParaRPr>
          </a:p>
        </p:txBody>
      </p:sp>
      <p:pic>
        <p:nvPicPr>
          <p:cNvPr id="3" name="Picture 2" descr="A car in the cloud&#10;&#10;AI-generated content may be incorrect.">
            <a:extLst>
              <a:ext uri="{FF2B5EF4-FFF2-40B4-BE49-F238E27FC236}">
                <a16:creationId xmlns:a16="http://schemas.microsoft.com/office/drawing/2014/main" id="{F6841602-B17E-99AF-9476-93E1AB04F2EA}"/>
              </a:ext>
            </a:extLst>
          </p:cNvPr>
          <p:cNvPicPr>
            <a:picLocks noChangeAspect="1"/>
          </p:cNvPicPr>
          <p:nvPr/>
        </p:nvPicPr>
        <p:blipFill>
          <a:blip r:embed="rId3"/>
          <a:stretch>
            <a:fillRect/>
          </a:stretch>
        </p:blipFill>
        <p:spPr>
          <a:xfrm>
            <a:off x="6250205" y="773300"/>
            <a:ext cx="7325894" cy="5493165"/>
          </a:xfrm>
          <a:prstGeom prst="rect">
            <a:avLst/>
          </a:prstGeom>
        </p:spPr>
      </p:pic>
    </p:spTree>
    <p:extLst>
      <p:ext uri="{BB962C8B-B14F-4D97-AF65-F5344CB8AC3E}">
        <p14:creationId xmlns:p14="http://schemas.microsoft.com/office/powerpoint/2010/main" val="32038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a:extLst>
            <a:ext uri="{FF2B5EF4-FFF2-40B4-BE49-F238E27FC236}">
              <a16:creationId xmlns:a16="http://schemas.microsoft.com/office/drawing/2014/main" id="{496E2BBA-0908-2E85-B7DD-CDBE7E34D9F5}"/>
            </a:ext>
          </a:extLst>
        </p:cNvPr>
        <p:cNvGrpSpPr/>
        <p:nvPr/>
      </p:nvGrpSpPr>
      <p:grpSpPr>
        <a:xfrm>
          <a:off x="0" y="0"/>
          <a:ext cx="0" cy="0"/>
          <a:chOff x="0" y="0"/>
          <a:chExt cx="0" cy="0"/>
        </a:xfrm>
      </p:grpSpPr>
      <p:sp>
        <p:nvSpPr>
          <p:cNvPr id="10" name="Section Label">
            <a:extLst>
              <a:ext uri="{FF2B5EF4-FFF2-40B4-BE49-F238E27FC236}">
                <a16:creationId xmlns:a16="http://schemas.microsoft.com/office/drawing/2014/main" id="{BB1883C8-1436-DBC4-5338-DE235F34E895}"/>
              </a:ext>
            </a:extLst>
          </p:cNvPr>
          <p:cNvSpPr/>
          <p:nvPr/>
        </p:nvSpPr>
        <p:spPr>
          <a:xfrm>
            <a:off x="914400" y="2286000"/>
            <a:ext cx="6000000" cy="400000"/>
          </a:xfrm>
          <a:prstGeom prst="rect">
            <a:avLst/>
          </a:prstGeom>
        </p:spPr>
        <p:txBody>
          <a:bodyPr wrap="square" lIns="91440" tIns="45720" rIns="91440" bIns="45720" anchor="t">
            <a:noAutofit/>
          </a:bodyPr>
          <a:lstStyle/>
          <a:p>
            <a:r>
              <a:rPr lang="en-US" sz="1600" b="1" spc="200" dirty="0">
                <a:solidFill>
                  <a:srgbClr val="E50000"/>
                </a:solidFill>
                <a:latin typeface="Eurostile"/>
              </a:rPr>
              <a:t>SECTION 04</a:t>
            </a:r>
          </a:p>
        </p:txBody>
      </p:sp>
      <p:sp>
        <p:nvSpPr>
          <p:cNvPr id="11" name="Section Title">
            <a:extLst>
              <a:ext uri="{FF2B5EF4-FFF2-40B4-BE49-F238E27FC236}">
                <a16:creationId xmlns:a16="http://schemas.microsoft.com/office/drawing/2014/main" id="{92A64E04-0E1D-F5F0-C504-1F61207AD241}"/>
              </a:ext>
            </a:extLst>
          </p:cNvPr>
          <p:cNvSpPr/>
          <p:nvPr/>
        </p:nvSpPr>
        <p:spPr>
          <a:xfrm>
            <a:off x="914400" y="2743200"/>
            <a:ext cx="10363200" cy="1500000"/>
          </a:xfrm>
          <a:prstGeom prst="rect">
            <a:avLst/>
          </a:prstGeom>
        </p:spPr>
        <p:txBody>
          <a:bodyPr wrap="square" lIns="91440" tIns="45720" rIns="91440" bIns="45720" anchor="t">
            <a:noAutofit/>
          </a:bodyPr>
          <a:lstStyle/>
          <a:p>
            <a:r>
              <a:rPr lang="en-US" sz="3600" dirty="0">
                <a:solidFill>
                  <a:srgbClr val="FFFFFF"/>
                </a:solidFill>
                <a:latin typeface="Arial"/>
                <a:cs typeface="Arial"/>
              </a:rPr>
              <a:t>Automotive ECU Integration Reality </a:t>
            </a:r>
            <a:endParaRPr lang="en-US" dirty="0"/>
          </a:p>
        </p:txBody>
      </p:sp>
      <p:sp>
        <p:nvSpPr>
          <p:cNvPr id="12" name="Section Subtitle">
            <a:extLst>
              <a:ext uri="{FF2B5EF4-FFF2-40B4-BE49-F238E27FC236}">
                <a16:creationId xmlns:a16="http://schemas.microsoft.com/office/drawing/2014/main" id="{D628B464-59D7-7008-ECAA-A9C47829B07C}"/>
              </a:ext>
            </a:extLst>
          </p:cNvPr>
          <p:cNvSpPr/>
          <p:nvPr/>
        </p:nvSpPr>
        <p:spPr>
          <a:xfrm>
            <a:off x="914400" y="4267200"/>
            <a:ext cx="8500000" cy="500000"/>
          </a:xfrm>
          <a:prstGeom prst="rect">
            <a:avLst/>
          </a:prstGeom>
        </p:spPr>
        <p:txBody>
          <a:bodyPr wrap="square" lIns="91440" tIns="45720" rIns="91440" bIns="45720" anchor="t">
            <a:noAutofit/>
          </a:bodyPr>
          <a:lstStyle/>
          <a:p>
            <a:r>
              <a:rPr lang="en-US" sz="2400" dirty="0">
                <a:solidFill>
                  <a:srgbClr val="FFFFFF"/>
                </a:solidFill>
                <a:latin typeface="Arial"/>
                <a:cs typeface="Arial"/>
              </a:rPr>
              <a:t>AUTOSAR Challenges </a:t>
            </a:r>
            <a:endParaRPr lang="en-US" dirty="0"/>
          </a:p>
          <a:p>
            <a:endParaRPr lang="en-US" sz="1800" dirty="0">
              <a:solidFill>
                <a:srgbClr val="CADCFC"/>
              </a:solidFill>
              <a:latin typeface="Eurostile"/>
            </a:endParaRPr>
          </a:p>
        </p:txBody>
      </p:sp>
      <p:cxnSp>
        <p:nvCxnSpPr>
          <p:cNvPr id="13" name="Accent Line">
            <a:extLst>
              <a:ext uri="{FF2B5EF4-FFF2-40B4-BE49-F238E27FC236}">
                <a16:creationId xmlns:a16="http://schemas.microsoft.com/office/drawing/2014/main" id="{519FD5A5-7D6F-1D64-DBD1-34E25C5C1D7C}"/>
              </a:ext>
            </a:extLst>
          </p:cNvPr>
          <p:cNvCxnSpPr/>
          <p:nvPr/>
        </p:nvCxnSpPr>
        <p:spPr>
          <a:xfrm>
            <a:off x="914400" y="1828800"/>
            <a:ext cx="914400" cy="0"/>
          </a:xfrm>
          <a:prstGeom prst="line">
            <a:avLst/>
          </a:prstGeom>
          <a:ln w="38100">
            <a:solidFill>
              <a:srgbClr val="E50000"/>
            </a:solidFill>
          </a:ln>
        </p:spPr>
      </p:cxnSp>
      <p:sp>
        <p:nvSpPr>
          <p:cNvPr id="80" name="Wordmark">
            <a:extLst>
              <a:ext uri="{FF2B5EF4-FFF2-40B4-BE49-F238E27FC236}">
                <a16:creationId xmlns:a16="http://schemas.microsoft.com/office/drawing/2014/main" id="{F483CC9B-17E5-B630-8ABC-5714F15A4AA8}"/>
              </a:ext>
            </a:extLst>
          </p:cNvPr>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a:extLst>
              <a:ext uri="{FF2B5EF4-FFF2-40B4-BE49-F238E27FC236}">
                <a16:creationId xmlns:a16="http://schemas.microsoft.com/office/drawing/2014/main" id="{1FC90DE5-E3B0-7049-ED03-9D195BC002A8}"/>
              </a:ext>
            </a:extLst>
          </p:cNvPr>
          <p:cNvSpPr/>
          <p:nvPr/>
        </p:nvSpPr>
        <p:spPr>
          <a:xfrm>
            <a:off x="914400" y="6480810"/>
            <a:ext cx="900000" cy="300000"/>
          </a:xfrm>
          <a:prstGeom prst="rect">
            <a:avLst/>
          </a:prstGeom>
        </p:spPr>
        <p:txBody>
          <a:bodyPr/>
          <a:lstStyle/>
          <a:p>
            <a:fld id="{CF52B9C1-502B-0743-A000-5B48F70CA477}" type="slidenum">
              <a:rPr lang="en-US" sz="1200" smtClean="0">
                <a:solidFill>
                  <a:srgbClr val="8FA3BF"/>
                </a:solidFill>
                <a:latin typeface="Eurostile"/>
              </a:rPr>
              <a:t>17</a:t>
            </a:fld>
            <a:endParaRPr lang="en-US" sz="1200">
              <a:solidFill>
                <a:srgbClr val="8FA3BF"/>
              </a:solidFill>
              <a:latin typeface="Eurostile"/>
            </a:endParaRPr>
          </a:p>
        </p:txBody>
      </p:sp>
    </p:spTree>
    <p:extLst>
      <p:ext uri="{BB962C8B-B14F-4D97-AF65-F5344CB8AC3E}">
        <p14:creationId xmlns:p14="http://schemas.microsoft.com/office/powerpoint/2010/main" val="3185906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6" y="111"/>
            <a:ext cx="12191608" cy="6857779"/>
          </a:xfrm>
          <a:prstGeom prst="rect">
            <a:avLst/>
          </a:prstGeom>
        </p:spPr>
      </p:pic>
      <p:sp>
        <p:nvSpPr>
          <p:cNvPr id="4" name="Rounded Rectangle 3"/>
          <p:cNvSpPr/>
          <p:nvPr/>
        </p:nvSpPr>
        <p:spPr>
          <a:xfrm>
            <a:off x="381184" y="1038302"/>
            <a:ext cx="5638619" cy="2400223"/>
          </a:xfrm>
          <a:prstGeom prst="roundRect">
            <a:avLst>
              <a:gd name="adj" fmla="val 476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5" name="Rounded Rectangle 4"/>
          <p:cNvSpPr/>
          <p:nvPr/>
        </p:nvSpPr>
        <p:spPr>
          <a:xfrm>
            <a:off x="6172197" y="1038302"/>
            <a:ext cx="5638619" cy="2400223"/>
          </a:xfrm>
          <a:prstGeom prst="roundRect">
            <a:avLst>
              <a:gd name="adj" fmla="val 476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6" name="Rounded Rectangle 5"/>
          <p:cNvSpPr/>
          <p:nvPr/>
        </p:nvSpPr>
        <p:spPr>
          <a:xfrm>
            <a:off x="381184" y="3590920"/>
            <a:ext cx="5638619" cy="2419272"/>
          </a:xfrm>
          <a:prstGeom prst="roundRect">
            <a:avLst>
              <a:gd name="adj" fmla="val 472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7" name="Rounded Rectangle 6"/>
          <p:cNvSpPr/>
          <p:nvPr/>
        </p:nvSpPr>
        <p:spPr>
          <a:xfrm>
            <a:off x="6172197" y="3590920"/>
            <a:ext cx="5638619" cy="2419272"/>
          </a:xfrm>
          <a:prstGeom prst="roundRect">
            <a:avLst>
              <a:gd name="adj" fmla="val 472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8" name="TextBox 7"/>
          <p:cNvSpPr txBox="1"/>
          <p:nvPr/>
        </p:nvSpPr>
        <p:spPr>
          <a:xfrm>
            <a:off x="381183" y="279170"/>
            <a:ext cx="7102778" cy="35278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spcBef>
                <a:spcPts val="1000"/>
              </a:spcBef>
              <a:buClr>
                <a:srgbClr val="000000"/>
              </a:buClr>
              <a:buSzPct val="100000"/>
            </a:pPr>
            <a:r>
              <a:rPr sz="2800" dirty="0">
                <a:solidFill>
                  <a:srgbClr val="164293"/>
                </a:solidFill>
                <a:latin typeface="Arial"/>
                <a:cs typeface="Arial"/>
              </a:rPr>
              <a:t>Practical Integration Tips</a:t>
            </a:r>
          </a:p>
        </p:txBody>
      </p:sp>
      <p:sp>
        <p:nvSpPr>
          <p:cNvPr id="13" name="TextBox 12"/>
          <p:cNvSpPr txBox="1"/>
          <p:nvPr/>
        </p:nvSpPr>
        <p:spPr>
          <a:xfrm>
            <a:off x="543104" y="1663167"/>
            <a:ext cx="5314779" cy="185339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Object code delivery prevents the RTE code generator from performing inter-module compile-time inlining and dead-code pruning. Always compile from source.</a:t>
            </a:r>
          </a:p>
        </p:txBody>
      </p:sp>
      <p:sp>
        <p:nvSpPr>
          <p:cNvPr id="14" name="TextBox 13"/>
          <p:cNvSpPr txBox="1"/>
          <p:nvPr/>
        </p:nvSpPr>
        <p:spPr>
          <a:xfrm>
            <a:off x="6334117" y="1663166"/>
            <a:ext cx="5314779" cy="185339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Avoid placing periodic and sporadic </a:t>
            </a:r>
            <a:r>
              <a:rPr sz="2224" kern="200" dirty="0" err="1">
                <a:solidFill>
                  <a:srgbClr val="000000"/>
                </a:solidFill>
              </a:rPr>
              <a:t>runnables</a:t>
            </a:r>
            <a:r>
              <a:rPr sz="2224" kern="200" dirty="0">
                <a:solidFill>
                  <a:srgbClr val="000000"/>
                </a:solidFill>
              </a:rPr>
              <a:t> in separate tasks. Map highly active, communicating runnable to the same task to minimize scheduler context switches.</a:t>
            </a:r>
          </a:p>
        </p:txBody>
      </p:sp>
      <p:sp>
        <p:nvSpPr>
          <p:cNvPr id="15" name="TextBox 14"/>
          <p:cNvSpPr txBox="1"/>
          <p:nvPr/>
        </p:nvSpPr>
        <p:spPr>
          <a:xfrm>
            <a:off x="543104" y="4151411"/>
            <a:ext cx="5314779" cy="185339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Never trust default stack configuration templates. Audit and reduce parameters like </a:t>
            </a:r>
            <a:r>
              <a:rPr sz="2224" kern="200" dirty="0" err="1">
                <a:solidFill>
                  <a:srgbClr val="000000"/>
                </a:solidFill>
              </a:rPr>
              <a:t>PduRTxBuffer</a:t>
            </a:r>
            <a:r>
              <a:rPr sz="2224" kern="200" dirty="0">
                <a:solidFill>
                  <a:srgbClr val="000000"/>
                </a:solidFill>
              </a:rPr>
              <a:t> and </a:t>
            </a:r>
            <a:r>
              <a:rPr sz="2224" kern="200" dirty="0" err="1">
                <a:solidFill>
                  <a:srgbClr val="000000"/>
                </a:solidFill>
              </a:rPr>
              <a:t>DemBswErrorBufferSize</a:t>
            </a:r>
            <a:r>
              <a:rPr sz="2224" kern="200" dirty="0">
                <a:solidFill>
                  <a:srgbClr val="000000"/>
                </a:solidFill>
              </a:rPr>
              <a:t> to save massive RAM blocks.</a:t>
            </a:r>
          </a:p>
        </p:txBody>
      </p:sp>
      <p:sp>
        <p:nvSpPr>
          <p:cNvPr id="16" name="TextBox 15"/>
          <p:cNvSpPr txBox="1"/>
          <p:nvPr/>
        </p:nvSpPr>
        <p:spPr>
          <a:xfrm>
            <a:off x="6334116" y="4162228"/>
            <a:ext cx="5314779" cy="185339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Avoid post-build runtime variant selection. Use compile-time pre-processor variations to completely strip out inactive variants from the final binary image.</a:t>
            </a:r>
          </a:p>
        </p:txBody>
      </p:sp>
      <p:pic>
        <p:nvPicPr>
          <p:cNvPr id="17" name="Picture 16" descr="image.png"/>
          <p:cNvPicPr>
            <a:picLocks noChangeAspect="1"/>
          </p:cNvPicPr>
          <p:nvPr/>
        </p:nvPicPr>
        <p:blipFill>
          <a:blip r:embed="rId3"/>
          <a:stretch>
            <a:fillRect/>
          </a:stretch>
        </p:blipFill>
        <p:spPr>
          <a:xfrm>
            <a:off x="543104" y="1344609"/>
            <a:ext cx="104771" cy="133345"/>
          </a:xfrm>
          <a:prstGeom prst="rect">
            <a:avLst/>
          </a:prstGeom>
        </p:spPr>
      </p:pic>
      <p:sp>
        <p:nvSpPr>
          <p:cNvPr id="18" name="TextBox 17"/>
          <p:cNvSpPr txBox="1"/>
          <p:nvPr/>
        </p:nvSpPr>
        <p:spPr>
          <a:xfrm>
            <a:off x="724073" y="1316035"/>
            <a:ext cx="2009710"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dirty="0">
                <a:solidFill>
                  <a:srgbClr val="1D4ED8"/>
                </a:solidFill>
              </a:rPr>
              <a:t>Deliver as Source, Not Objects</a:t>
            </a:r>
          </a:p>
        </p:txBody>
      </p:sp>
      <p:pic>
        <p:nvPicPr>
          <p:cNvPr id="19" name="Picture 18" descr="image.png"/>
          <p:cNvPicPr>
            <a:picLocks noChangeAspect="1"/>
          </p:cNvPicPr>
          <p:nvPr/>
        </p:nvPicPr>
        <p:blipFill>
          <a:blip r:embed="rId4"/>
          <a:stretch>
            <a:fillRect/>
          </a:stretch>
        </p:blipFill>
        <p:spPr>
          <a:xfrm>
            <a:off x="6334117" y="1344609"/>
            <a:ext cx="133345" cy="133345"/>
          </a:xfrm>
          <a:prstGeom prst="rect">
            <a:avLst/>
          </a:prstGeom>
        </p:spPr>
      </p:pic>
      <p:sp>
        <p:nvSpPr>
          <p:cNvPr id="20" name="TextBox 19"/>
          <p:cNvSpPr txBox="1"/>
          <p:nvPr/>
        </p:nvSpPr>
        <p:spPr>
          <a:xfrm>
            <a:off x="6543661" y="1316035"/>
            <a:ext cx="1666821"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dirty="0">
                <a:solidFill>
                  <a:srgbClr val="1D4ED8"/>
                </a:solidFill>
              </a:rPr>
              <a:t>Streamline Task Mapping</a:t>
            </a:r>
          </a:p>
        </p:txBody>
      </p:sp>
      <p:pic>
        <p:nvPicPr>
          <p:cNvPr id="21" name="Picture 20" descr="image.png"/>
          <p:cNvPicPr>
            <a:picLocks noChangeAspect="1"/>
          </p:cNvPicPr>
          <p:nvPr/>
        </p:nvPicPr>
        <p:blipFill>
          <a:blip r:embed="rId5"/>
          <a:stretch>
            <a:fillRect/>
          </a:stretch>
        </p:blipFill>
        <p:spPr>
          <a:xfrm>
            <a:off x="543103" y="3848431"/>
            <a:ext cx="171444" cy="133345"/>
          </a:xfrm>
          <a:prstGeom prst="rect">
            <a:avLst/>
          </a:prstGeom>
        </p:spPr>
      </p:pic>
      <p:sp>
        <p:nvSpPr>
          <p:cNvPr id="22" name="TextBox 21"/>
          <p:cNvSpPr txBox="1"/>
          <p:nvPr/>
        </p:nvSpPr>
        <p:spPr>
          <a:xfrm>
            <a:off x="790744" y="3819858"/>
            <a:ext cx="1819217"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dirty="0">
                <a:solidFill>
                  <a:srgbClr val="1D4ED8"/>
                </a:solidFill>
              </a:rPr>
              <a:t>Right-Size Buffers Explicitly</a:t>
            </a:r>
          </a:p>
        </p:txBody>
      </p:sp>
      <p:pic>
        <p:nvPicPr>
          <p:cNvPr id="23" name="Picture 22" descr="image.png"/>
          <p:cNvPicPr>
            <a:picLocks noChangeAspect="1"/>
          </p:cNvPicPr>
          <p:nvPr/>
        </p:nvPicPr>
        <p:blipFill>
          <a:blip r:embed="rId6"/>
          <a:stretch>
            <a:fillRect/>
          </a:stretch>
        </p:blipFill>
        <p:spPr>
          <a:xfrm>
            <a:off x="6334117" y="3843669"/>
            <a:ext cx="152395" cy="133345"/>
          </a:xfrm>
          <a:prstGeom prst="rect">
            <a:avLst/>
          </a:prstGeom>
        </p:spPr>
      </p:pic>
      <p:sp>
        <p:nvSpPr>
          <p:cNvPr id="24" name="TextBox 23"/>
          <p:cNvSpPr txBox="1"/>
          <p:nvPr/>
        </p:nvSpPr>
        <p:spPr>
          <a:xfrm>
            <a:off x="6562709" y="3815096"/>
            <a:ext cx="1743019" cy="17492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500"/>
              </a:lnSpc>
            </a:pPr>
            <a:r>
              <a:rPr sz="1050" b="1" dirty="0">
                <a:solidFill>
                  <a:srgbClr val="1D4ED8"/>
                </a:solidFill>
              </a:rPr>
              <a:t>Statically Manage Variants</a:t>
            </a:r>
          </a:p>
        </p:txBody>
      </p:sp>
    </p:spTree>
    <p:extLst>
      <p:ext uri="{BB962C8B-B14F-4D97-AF65-F5344CB8AC3E}">
        <p14:creationId xmlns:p14="http://schemas.microsoft.com/office/powerpoint/2010/main" val="2608123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B9422-79B8-71AB-3012-E02F3673396B}"/>
            </a:ext>
          </a:extLst>
        </p:cNvPr>
        <p:cNvGrpSpPr/>
        <p:nvPr/>
      </p:nvGrpSpPr>
      <p:grpSpPr>
        <a:xfrm>
          <a:off x="0" y="0"/>
          <a:ext cx="0" cy="0"/>
          <a:chOff x="0" y="0"/>
          <a:chExt cx="0" cy="0"/>
        </a:xfrm>
      </p:grpSpPr>
      <p:sp>
        <p:nvSpPr>
          <p:cNvPr id="18" name="Text Placeholder 4">
            <a:extLst>
              <a:ext uri="{FF2B5EF4-FFF2-40B4-BE49-F238E27FC236}">
                <a16:creationId xmlns:a16="http://schemas.microsoft.com/office/drawing/2014/main" id="{8DA87256-0E3E-1595-C213-1086084906BA}"/>
              </a:ext>
            </a:extLst>
          </p:cNvPr>
          <p:cNvSpPr txBox="1">
            <a:spLocks/>
          </p:cNvSpPr>
          <p:nvPr/>
        </p:nvSpPr>
        <p:spPr>
          <a:xfrm>
            <a:off x="268266" y="227601"/>
            <a:ext cx="10174803" cy="480396"/>
          </a:xfrm>
          <a:prstGeom prst="rect">
            <a:avLst/>
          </a:prstGeom>
        </p:spPr>
        <p:txBody>
          <a:bodyPr lIns="0" tIns="0" rIns="0" bIns="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spcBef>
                <a:spcPts val="1000"/>
              </a:spcBef>
            </a:pPr>
            <a:r>
              <a:rPr lang="en-US" sz="2800" dirty="0">
                <a:solidFill>
                  <a:schemeClr val="bg1"/>
                </a:solidFill>
                <a:latin typeface="Arial"/>
                <a:cs typeface="Arial"/>
              </a:rPr>
              <a:t>Code Generation </a:t>
            </a:r>
            <a:endParaRPr lang="en-US" dirty="0">
              <a:solidFill>
                <a:schemeClr val="bg1"/>
              </a:solidFill>
            </a:endParaRPr>
          </a:p>
        </p:txBody>
      </p:sp>
      <p:sp>
        <p:nvSpPr>
          <p:cNvPr id="6" name="chapter_conv">
            <a:extLst>
              <a:ext uri="{FF2B5EF4-FFF2-40B4-BE49-F238E27FC236}">
                <a16:creationId xmlns:a16="http://schemas.microsoft.com/office/drawing/2014/main" id="{C108087C-FF46-3262-9636-2BED2231F5B3}"/>
              </a:ext>
            </a:extLst>
          </p:cNvPr>
          <p:cNvSpPr txBox="1">
            <a:spLocks/>
          </p:cNvSpPr>
          <p:nvPr/>
        </p:nvSpPr>
        <p:spPr>
          <a:xfrm>
            <a:off x="284270" y="772199"/>
            <a:ext cx="10174803" cy="480396"/>
          </a:xfrm>
          <a:prstGeom prst="rect">
            <a:avLst/>
          </a:prstGeom>
        </p:spPr>
        <p:txBody>
          <a:bodyPr lIns="0" tIns="0" rIns="0" bIns="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None/>
            </a:pPr>
            <a:endParaRPr lang="en-US" sz="2224">
              <a:solidFill>
                <a:srgbClr val="FFFFFF"/>
              </a:solidFill>
            </a:endParaRPr>
          </a:p>
        </p:txBody>
      </p:sp>
      <p:sp>
        <p:nvSpPr>
          <p:cNvPr id="7" name="Rechteck: abgerundete Ecken 6">
            <a:extLst>
              <a:ext uri="{FF2B5EF4-FFF2-40B4-BE49-F238E27FC236}">
                <a16:creationId xmlns:a16="http://schemas.microsoft.com/office/drawing/2014/main" id="{6ABB442E-E005-686A-2237-259800DA42D7}"/>
              </a:ext>
            </a:extLst>
          </p:cNvPr>
          <p:cNvSpPr/>
          <p:nvPr>
            <p:custDataLst>
              <p:tags r:id="rId2"/>
            </p:custDataLst>
          </p:nvPr>
        </p:nvSpPr>
        <p:spPr>
          <a:xfrm>
            <a:off x="261320" y="1502389"/>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b="1" kern="200">
                <a:solidFill>
                  <a:schemeClr val="accent1"/>
                </a:solidFill>
              </a:rPr>
              <a:t>Source Code Delivery</a:t>
            </a:r>
            <a:endParaRPr lang="en-US" sz="2224" b="1" kern="200">
              <a:solidFill>
                <a:schemeClr val="accent1"/>
              </a:solidFill>
              <a:cs typeface="Arial"/>
            </a:endParaRPr>
          </a:p>
          <a:p>
            <a:endParaRPr lang="de-DE" sz="2224">
              <a:solidFill>
                <a:srgbClr val="FFFFFF"/>
              </a:solidFill>
              <a:cs typeface="Arial"/>
            </a:endParaRPr>
          </a:p>
          <a:p>
            <a:pPr algn="ctr"/>
            <a:r>
              <a:rPr lang="en-GB" sz="1556">
                <a:solidFill>
                  <a:schemeClr val="tx1"/>
                </a:solidFill>
                <a:cs typeface="Arial"/>
              </a:rPr>
              <a:t>Delivery as Object Code kills RTE optimizations</a:t>
            </a:r>
          </a:p>
        </p:txBody>
      </p:sp>
      <p:sp>
        <p:nvSpPr>
          <p:cNvPr id="9" name="Rechteck: abgerundete Ecken 8">
            <a:extLst>
              <a:ext uri="{FF2B5EF4-FFF2-40B4-BE49-F238E27FC236}">
                <a16:creationId xmlns:a16="http://schemas.microsoft.com/office/drawing/2014/main" id="{EC89E8CB-87C9-6380-804D-4A282E499E2B}"/>
              </a:ext>
            </a:extLst>
          </p:cNvPr>
          <p:cNvSpPr/>
          <p:nvPr>
            <p:custDataLst>
              <p:tags r:id="rId3"/>
            </p:custDataLst>
          </p:nvPr>
        </p:nvSpPr>
        <p:spPr>
          <a:xfrm>
            <a:off x="6297139" y="1470681"/>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GB" sz="2224" b="1">
                <a:solidFill>
                  <a:srgbClr val="164294"/>
                </a:solidFill>
                <a:cs typeface="Arial"/>
              </a:rPr>
              <a:t>Minimize inter-task communication</a:t>
            </a:r>
          </a:p>
          <a:p>
            <a:pPr algn="ctr"/>
            <a:endParaRPr lang="en-US" sz="2224" b="1">
              <a:solidFill>
                <a:schemeClr val="tx1"/>
              </a:solidFill>
            </a:endParaRPr>
          </a:p>
          <a:p>
            <a:pPr algn="ctr"/>
            <a:r>
              <a:rPr lang="en-US" sz="1556">
                <a:solidFill>
                  <a:schemeClr val="tx1"/>
                </a:solidFill>
                <a:latin typeface="Arial"/>
                <a:cs typeface="Arial"/>
              </a:rPr>
              <a:t>Map communicating entities to the same task if possible</a:t>
            </a:r>
            <a:endParaRPr lang="en-US" sz="2224">
              <a:solidFill>
                <a:schemeClr val="tx1"/>
              </a:solidFill>
            </a:endParaRPr>
          </a:p>
          <a:p>
            <a:pPr algn="ctr"/>
            <a:endParaRPr lang="en-US" sz="1556">
              <a:solidFill>
                <a:schemeClr val="tx1"/>
              </a:solidFill>
              <a:cs typeface="Arial"/>
            </a:endParaRPr>
          </a:p>
        </p:txBody>
      </p:sp>
      <p:sp>
        <p:nvSpPr>
          <p:cNvPr id="10" name="Rechteck: abgerundete Ecken 9">
            <a:extLst>
              <a:ext uri="{FF2B5EF4-FFF2-40B4-BE49-F238E27FC236}">
                <a16:creationId xmlns:a16="http://schemas.microsoft.com/office/drawing/2014/main" id="{E36B7426-6B95-B45D-8CF3-824957F8C444}"/>
              </a:ext>
            </a:extLst>
          </p:cNvPr>
          <p:cNvSpPr/>
          <p:nvPr>
            <p:custDataLst>
              <p:tags r:id="rId4"/>
            </p:custDataLst>
          </p:nvPr>
        </p:nvSpPr>
        <p:spPr>
          <a:xfrm>
            <a:off x="3279229" y="1483345"/>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GB" sz="2224" b="1">
                <a:solidFill>
                  <a:srgbClr val="164294"/>
                </a:solidFill>
              </a:rPr>
              <a:t>Basic Tasks</a:t>
            </a:r>
          </a:p>
          <a:p>
            <a:pPr algn="ctr"/>
            <a:endParaRPr lang="en-US" sz="2224" b="1">
              <a:solidFill>
                <a:srgbClr val="164294"/>
              </a:solidFill>
            </a:endParaRPr>
          </a:p>
          <a:p>
            <a:pPr algn="ctr"/>
            <a:r>
              <a:rPr lang="en-GB" sz="1556">
                <a:solidFill>
                  <a:schemeClr val="tx1"/>
                </a:solidFill>
              </a:rPr>
              <a:t>Avoid wait point triggers</a:t>
            </a:r>
            <a:endParaRPr lang="en-GB" sz="2224">
              <a:solidFill>
                <a:schemeClr val="tx1"/>
              </a:solidFill>
              <a:cs typeface="Arial"/>
            </a:endParaRPr>
          </a:p>
          <a:p>
            <a:pPr algn="ctr"/>
            <a:endParaRPr lang="en-GB" sz="1556">
              <a:solidFill>
                <a:schemeClr val="tx1"/>
              </a:solidFill>
              <a:cs typeface="Arial"/>
            </a:endParaRPr>
          </a:p>
          <a:p>
            <a:pPr algn="ctr"/>
            <a:r>
              <a:rPr lang="en-GB" sz="1556">
                <a:solidFill>
                  <a:schemeClr val="tx1"/>
                </a:solidFill>
                <a:cs typeface="Arial"/>
              </a:rPr>
              <a:t>Avoid periodic and sporadic runnable in the same Task</a:t>
            </a:r>
          </a:p>
        </p:txBody>
      </p:sp>
      <p:sp>
        <p:nvSpPr>
          <p:cNvPr id="3" name="Rechteck: abgerundete Ecken 8">
            <a:extLst>
              <a:ext uri="{FF2B5EF4-FFF2-40B4-BE49-F238E27FC236}">
                <a16:creationId xmlns:a16="http://schemas.microsoft.com/office/drawing/2014/main" id="{0EAAFC68-8BD9-F79B-B5C1-C2DECC2711EE}"/>
              </a:ext>
            </a:extLst>
          </p:cNvPr>
          <p:cNvSpPr/>
          <p:nvPr>
            <p:custDataLst>
              <p:tags r:id="rId5"/>
            </p:custDataLst>
          </p:nvPr>
        </p:nvSpPr>
        <p:spPr>
          <a:xfrm>
            <a:off x="9315047" y="1470681"/>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b="1" kern="200">
                <a:solidFill>
                  <a:schemeClr val="accent1"/>
                </a:solidFill>
                <a:cs typeface="Arial"/>
              </a:rPr>
              <a:t>Use “pure” servers</a:t>
            </a:r>
          </a:p>
          <a:p>
            <a:pPr algn="ctr"/>
            <a:endParaRPr lang="en-US" sz="2224" kern="200">
              <a:solidFill>
                <a:schemeClr val="tx1"/>
              </a:solidFill>
            </a:endParaRPr>
          </a:p>
          <a:p>
            <a:pPr algn="ctr"/>
            <a:r>
              <a:rPr lang="en-US" sz="1556">
                <a:solidFill>
                  <a:schemeClr val="tx1"/>
                </a:solidFill>
                <a:cs typeface="Arial"/>
              </a:rPr>
              <a:t>For intra-ECU Client/Server implement servers as re-entrant code, mark as executable concurrently</a:t>
            </a:r>
          </a:p>
        </p:txBody>
      </p:sp>
      <p:pic>
        <p:nvPicPr>
          <p:cNvPr id="11" name="Picture 10">
            <a:extLst>
              <a:ext uri="{FF2B5EF4-FFF2-40B4-BE49-F238E27FC236}">
                <a16:creationId xmlns:a16="http://schemas.microsoft.com/office/drawing/2014/main" id="{0C440D17-90E6-B9DF-93BE-E271AC0639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7214" y="1997237"/>
            <a:ext cx="1405998" cy="1405998"/>
          </a:xfrm>
          <a:prstGeom prst="rect">
            <a:avLst/>
          </a:prstGeom>
        </p:spPr>
      </p:pic>
      <p:sp>
        <p:nvSpPr>
          <p:cNvPr id="12" name="chapter_conv">
            <a:extLst>
              <a:ext uri="{FF2B5EF4-FFF2-40B4-BE49-F238E27FC236}">
                <a16:creationId xmlns:a16="http://schemas.microsoft.com/office/drawing/2014/main" id="{281B8E6C-55E0-CA37-D33A-500CEDC2D5E6}"/>
              </a:ext>
            </a:extLst>
          </p:cNvPr>
          <p:cNvSpPr txBox="1">
            <a:spLocks/>
          </p:cNvSpPr>
          <p:nvPr/>
        </p:nvSpPr>
        <p:spPr>
          <a:xfrm>
            <a:off x="261320" y="805483"/>
            <a:ext cx="10174803" cy="480396"/>
          </a:xfrm>
          <a:prstGeom prst="rect">
            <a:avLst/>
          </a:prstGeom>
        </p:spPr>
        <p:txBody>
          <a:bodyPr lIns="0" tIns="0" rIns="0" bIns="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None/>
            </a:pPr>
            <a:r>
              <a:rPr lang="en-US" sz="2224">
                <a:solidFill>
                  <a:srgbClr val="FFFFFF"/>
                </a:solidFill>
              </a:rPr>
              <a:t>Practical tips for designers &amp; integrators</a:t>
            </a:r>
            <a:endParaRPr lang="en-US" sz="2224">
              <a:solidFill>
                <a:srgbClr val="FFFFFF"/>
              </a:solidFill>
              <a:cs typeface="Arial"/>
            </a:endParaRPr>
          </a:p>
        </p:txBody>
      </p:sp>
      <p:pic>
        <p:nvPicPr>
          <p:cNvPr id="8" name="Picture 7">
            <a:extLst>
              <a:ext uri="{FF2B5EF4-FFF2-40B4-BE49-F238E27FC236}">
                <a16:creationId xmlns:a16="http://schemas.microsoft.com/office/drawing/2014/main" id="{BB151157-581C-2448-9952-D70BC2B3ECA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77898" y="2008507"/>
            <a:ext cx="1417190" cy="1417190"/>
          </a:xfrm>
          <a:prstGeom prst="rect">
            <a:avLst/>
          </a:prstGeom>
        </p:spPr>
      </p:pic>
      <p:pic>
        <p:nvPicPr>
          <p:cNvPr id="14" name="Picture 13">
            <a:extLst>
              <a:ext uri="{FF2B5EF4-FFF2-40B4-BE49-F238E27FC236}">
                <a16:creationId xmlns:a16="http://schemas.microsoft.com/office/drawing/2014/main" id="{64FFF193-1235-B086-BDFA-74C583A18F9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18197" y="1997237"/>
            <a:ext cx="1500774" cy="1500774"/>
          </a:xfrm>
          <a:prstGeom prst="rect">
            <a:avLst/>
          </a:prstGeom>
        </p:spPr>
      </p:pic>
      <p:pic>
        <p:nvPicPr>
          <p:cNvPr id="17" name="Picture 16">
            <a:extLst>
              <a:ext uri="{FF2B5EF4-FFF2-40B4-BE49-F238E27FC236}">
                <a16:creationId xmlns:a16="http://schemas.microsoft.com/office/drawing/2014/main" id="{7FEF7DA8-F732-023D-B9CC-B973746C125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95807" y="2008506"/>
            <a:ext cx="1417190" cy="1417190"/>
          </a:xfrm>
          <a:prstGeom prst="rect">
            <a:avLst/>
          </a:prstGeom>
        </p:spPr>
      </p:pic>
    </p:spTree>
    <p:custDataLst>
      <p:tags r:id="rId1"/>
    </p:custDataLst>
    <p:extLst>
      <p:ext uri="{BB962C8B-B14F-4D97-AF65-F5344CB8AC3E}">
        <p14:creationId xmlns:p14="http://schemas.microsoft.com/office/powerpoint/2010/main" val="3423299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0EBF5-94C9-F2C5-B81F-ABE600B8D740}"/>
            </a:ext>
          </a:extLst>
        </p:cNvPr>
        <p:cNvGrpSpPr/>
        <p:nvPr/>
      </p:nvGrpSpPr>
      <p:grpSpPr>
        <a:xfrm>
          <a:off x="0" y="0"/>
          <a:ext cx="0" cy="0"/>
          <a:chOff x="0" y="0"/>
          <a:chExt cx="0" cy="0"/>
        </a:xfrm>
      </p:grpSpPr>
      <p:sp>
        <p:nvSpPr>
          <p:cNvPr id="18" name="Text Placeholder 4">
            <a:extLst>
              <a:ext uri="{FF2B5EF4-FFF2-40B4-BE49-F238E27FC236}">
                <a16:creationId xmlns:a16="http://schemas.microsoft.com/office/drawing/2014/main" id="{F7DD503B-8466-7FD2-DE97-7578C0B72280}"/>
              </a:ext>
            </a:extLst>
          </p:cNvPr>
          <p:cNvSpPr txBox="1">
            <a:spLocks/>
          </p:cNvSpPr>
          <p:nvPr/>
        </p:nvSpPr>
        <p:spPr>
          <a:xfrm>
            <a:off x="268266" y="227601"/>
            <a:ext cx="10174803" cy="480396"/>
          </a:xfrm>
          <a:prstGeom prst="rect">
            <a:avLst/>
          </a:prstGeom>
        </p:spPr>
        <p:txBody>
          <a:bodyPr lIns="0" tIns="0" rIns="0" bIns="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spcBef>
                <a:spcPts val="1000"/>
              </a:spcBef>
            </a:pPr>
            <a:r>
              <a:rPr lang="en-US" sz="2800" dirty="0">
                <a:solidFill>
                  <a:schemeClr val="bg1"/>
                </a:solidFill>
                <a:latin typeface="Arial"/>
                <a:cs typeface="Arial"/>
              </a:rPr>
              <a:t>Configuration </a:t>
            </a:r>
            <a:endParaRPr lang="en-US" dirty="0"/>
          </a:p>
        </p:txBody>
      </p:sp>
      <p:sp>
        <p:nvSpPr>
          <p:cNvPr id="6" name="chapter_conv">
            <a:extLst>
              <a:ext uri="{FF2B5EF4-FFF2-40B4-BE49-F238E27FC236}">
                <a16:creationId xmlns:a16="http://schemas.microsoft.com/office/drawing/2014/main" id="{EE0F7BFE-A785-7101-A437-F93249FE7F8D}"/>
              </a:ext>
            </a:extLst>
          </p:cNvPr>
          <p:cNvSpPr txBox="1">
            <a:spLocks/>
          </p:cNvSpPr>
          <p:nvPr/>
        </p:nvSpPr>
        <p:spPr>
          <a:xfrm>
            <a:off x="284270" y="772199"/>
            <a:ext cx="10174803" cy="480396"/>
          </a:xfrm>
          <a:prstGeom prst="rect">
            <a:avLst/>
          </a:prstGeom>
        </p:spPr>
        <p:txBody>
          <a:bodyPr lIns="0" tIns="0" rIns="0" bIns="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0" indent="0">
              <a:buNone/>
            </a:pPr>
            <a:endParaRPr lang="en-US" sz="2224">
              <a:solidFill>
                <a:srgbClr val="FFFFFF"/>
              </a:solidFill>
            </a:endParaRPr>
          </a:p>
        </p:txBody>
      </p:sp>
      <p:sp>
        <p:nvSpPr>
          <p:cNvPr id="7" name="Rechteck: abgerundete Ecken 6">
            <a:extLst>
              <a:ext uri="{FF2B5EF4-FFF2-40B4-BE49-F238E27FC236}">
                <a16:creationId xmlns:a16="http://schemas.microsoft.com/office/drawing/2014/main" id="{82F4435D-2E70-C7B8-9E91-24FC4BCD6D05}"/>
              </a:ext>
            </a:extLst>
          </p:cNvPr>
          <p:cNvSpPr/>
          <p:nvPr>
            <p:custDataLst>
              <p:tags r:id="rId2"/>
            </p:custDataLst>
          </p:nvPr>
        </p:nvSpPr>
        <p:spPr>
          <a:xfrm>
            <a:off x="261320" y="1502389"/>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b="1" kern="200">
                <a:solidFill>
                  <a:schemeClr val="accent1"/>
                </a:solidFill>
              </a:rPr>
              <a:t>Think carefully about buffer sizes</a:t>
            </a:r>
          </a:p>
          <a:p>
            <a:endParaRPr lang="de-DE" sz="2224"/>
          </a:p>
          <a:p>
            <a:pPr algn="ctr"/>
            <a:r>
              <a:rPr lang="en-GB" sz="1556" err="1">
                <a:solidFill>
                  <a:schemeClr val="tx1"/>
                </a:solidFill>
              </a:rPr>
              <a:t>PduRTxBuffer</a:t>
            </a:r>
            <a:endParaRPr lang="en-GB" sz="2224">
              <a:solidFill>
                <a:schemeClr val="tx1"/>
              </a:solidFill>
            </a:endParaRPr>
          </a:p>
          <a:p>
            <a:pPr algn="ctr"/>
            <a:endParaRPr lang="en-GB" sz="1556">
              <a:solidFill>
                <a:schemeClr val="tx1"/>
              </a:solidFill>
            </a:endParaRPr>
          </a:p>
          <a:p>
            <a:pPr algn="ctr"/>
            <a:r>
              <a:rPr lang="en-US" sz="1556" err="1">
                <a:solidFill>
                  <a:schemeClr val="tx1"/>
                </a:solidFill>
              </a:rPr>
              <a:t>PduRRbTpBufferPool</a:t>
            </a:r>
            <a:endParaRPr lang="en-US" sz="1556">
              <a:solidFill>
                <a:schemeClr val="tx1"/>
              </a:solidFill>
            </a:endParaRPr>
          </a:p>
          <a:p>
            <a:pPr algn="ctr"/>
            <a:endParaRPr lang="en-US" sz="1556">
              <a:solidFill>
                <a:schemeClr val="tx1"/>
              </a:solidFill>
              <a:cs typeface="Arial"/>
            </a:endParaRPr>
          </a:p>
          <a:p>
            <a:pPr algn="ctr"/>
            <a:r>
              <a:rPr lang="en-US" sz="1556" err="1">
                <a:solidFill>
                  <a:schemeClr val="tx1"/>
                </a:solidFill>
                <a:cs typeface="Arial"/>
              </a:rPr>
              <a:t>DemMaxNumberEvent</a:t>
            </a:r>
            <a:r>
              <a:rPr lang="en-US" sz="1556">
                <a:solidFill>
                  <a:schemeClr val="tx1"/>
                </a:solidFill>
                <a:cs typeface="Arial"/>
              </a:rPr>
              <a:t>…</a:t>
            </a:r>
          </a:p>
          <a:p>
            <a:pPr algn="ctr"/>
            <a:endParaRPr lang="en-US" sz="1556">
              <a:solidFill>
                <a:schemeClr val="tx1"/>
              </a:solidFill>
              <a:cs typeface="Arial"/>
            </a:endParaRPr>
          </a:p>
          <a:p>
            <a:pPr algn="ctr"/>
            <a:endParaRPr lang="en-US" sz="1556">
              <a:solidFill>
                <a:schemeClr val="tx1"/>
              </a:solidFill>
              <a:cs typeface="Arial"/>
            </a:endParaRPr>
          </a:p>
          <a:p>
            <a:pPr algn="ctr"/>
            <a:endParaRPr lang="de-DE" sz="1556">
              <a:cs typeface="Arial"/>
            </a:endParaRPr>
          </a:p>
        </p:txBody>
      </p:sp>
      <p:sp>
        <p:nvSpPr>
          <p:cNvPr id="9" name="Rechteck: abgerundete Ecken 8">
            <a:extLst>
              <a:ext uri="{FF2B5EF4-FFF2-40B4-BE49-F238E27FC236}">
                <a16:creationId xmlns:a16="http://schemas.microsoft.com/office/drawing/2014/main" id="{4F91E484-C476-6EF5-ACCA-8A765D7684F7}"/>
              </a:ext>
            </a:extLst>
          </p:cNvPr>
          <p:cNvSpPr/>
          <p:nvPr>
            <p:custDataLst>
              <p:tags r:id="rId3"/>
            </p:custDataLst>
          </p:nvPr>
        </p:nvSpPr>
        <p:spPr>
          <a:xfrm>
            <a:off x="6297139" y="1470681"/>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GB" sz="2224" b="1">
                <a:solidFill>
                  <a:srgbClr val="164294"/>
                </a:solidFill>
              </a:rPr>
              <a:t>Variant Handling</a:t>
            </a:r>
          </a:p>
          <a:p>
            <a:pPr algn="ctr"/>
            <a:endParaRPr lang="en-US" sz="2224" b="1">
              <a:solidFill>
                <a:schemeClr val="tx1"/>
              </a:solidFill>
            </a:endParaRPr>
          </a:p>
          <a:p>
            <a:pPr marL="0" algn="ctr">
              <a:buNone/>
            </a:pPr>
            <a:r>
              <a:rPr lang="en-US" sz="1556">
                <a:solidFill>
                  <a:schemeClr val="tx1"/>
                </a:solidFill>
                <a:latin typeface="Arial"/>
                <a:cs typeface="Arial"/>
              </a:rPr>
              <a:t>Use build time variant management to avoid runtime selection of variation </a:t>
            </a:r>
          </a:p>
          <a:p>
            <a:pPr marL="0" algn="ctr">
              <a:buNone/>
            </a:pPr>
            <a:endParaRPr lang="en-US" sz="1556">
              <a:solidFill>
                <a:schemeClr val="tx1"/>
              </a:solidFill>
              <a:latin typeface="Arial"/>
              <a:cs typeface="Arial"/>
            </a:endParaRPr>
          </a:p>
          <a:p>
            <a:pPr marL="0" algn="ctr">
              <a:buNone/>
            </a:pPr>
            <a:endParaRPr lang="en-GB" sz="2224"/>
          </a:p>
        </p:txBody>
      </p:sp>
      <p:sp>
        <p:nvSpPr>
          <p:cNvPr id="10" name="Rechteck: abgerundete Ecken 9">
            <a:extLst>
              <a:ext uri="{FF2B5EF4-FFF2-40B4-BE49-F238E27FC236}">
                <a16:creationId xmlns:a16="http://schemas.microsoft.com/office/drawing/2014/main" id="{808FD7BD-DA15-EBB6-707F-551B10B673DE}"/>
              </a:ext>
            </a:extLst>
          </p:cNvPr>
          <p:cNvSpPr/>
          <p:nvPr>
            <p:custDataLst>
              <p:tags r:id="rId4"/>
            </p:custDataLst>
          </p:nvPr>
        </p:nvSpPr>
        <p:spPr>
          <a:xfrm>
            <a:off x="3279229" y="1483345"/>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GB" sz="2224" b="1" err="1">
                <a:solidFill>
                  <a:srgbClr val="164294"/>
                </a:solidFill>
                <a:cs typeface="Arial"/>
              </a:rPr>
              <a:t>PduR</a:t>
            </a:r>
            <a:r>
              <a:rPr lang="en-GB" sz="2224" b="1">
                <a:solidFill>
                  <a:srgbClr val="164294"/>
                </a:solidFill>
                <a:cs typeface="Arial"/>
              </a:rPr>
              <a:t> Unicasting</a:t>
            </a:r>
          </a:p>
          <a:p>
            <a:pPr algn="ctr"/>
            <a:endParaRPr lang="en-US" sz="2224" b="1">
              <a:solidFill>
                <a:srgbClr val="164294"/>
              </a:solidFill>
            </a:endParaRPr>
          </a:p>
          <a:p>
            <a:pPr algn="ctr"/>
            <a:r>
              <a:rPr lang="en-GB" sz="1556" err="1">
                <a:solidFill>
                  <a:schemeClr val="tx1"/>
                </a:solidFill>
              </a:rPr>
              <a:t>PduR</a:t>
            </a:r>
            <a:r>
              <a:rPr lang="en-GB" sz="1556">
                <a:solidFill>
                  <a:schemeClr val="tx1"/>
                </a:solidFill>
              </a:rPr>
              <a:t> can be optimized if </a:t>
            </a:r>
            <a:r>
              <a:rPr lang="en-GB" sz="1556" err="1">
                <a:solidFill>
                  <a:schemeClr val="tx1"/>
                </a:solidFill>
              </a:rPr>
              <a:t>Pdus</a:t>
            </a:r>
            <a:r>
              <a:rPr lang="en-GB" sz="1556">
                <a:solidFill>
                  <a:schemeClr val="tx1"/>
                </a:solidFill>
              </a:rPr>
              <a:t> only have a single destination – avoid </a:t>
            </a:r>
            <a:r>
              <a:rPr lang="en-GB" sz="1556">
                <a:solidFill>
                  <a:schemeClr val="tx1"/>
                </a:solidFill>
                <a:ea typeface="+mn-lt"/>
                <a:cs typeface="+mn-lt"/>
              </a:rPr>
              <a:t>routing to multiple destinations</a:t>
            </a:r>
            <a:endParaRPr lang="en-GB" sz="1556">
              <a:solidFill>
                <a:schemeClr val="tx1"/>
              </a:solidFill>
              <a:cs typeface="Arial"/>
            </a:endParaRPr>
          </a:p>
        </p:txBody>
      </p:sp>
      <p:sp>
        <p:nvSpPr>
          <p:cNvPr id="3" name="Rechteck: abgerundete Ecken 8">
            <a:extLst>
              <a:ext uri="{FF2B5EF4-FFF2-40B4-BE49-F238E27FC236}">
                <a16:creationId xmlns:a16="http://schemas.microsoft.com/office/drawing/2014/main" id="{213AA9E3-1E33-F4A5-A3A7-499A63E51E2E}"/>
              </a:ext>
            </a:extLst>
          </p:cNvPr>
          <p:cNvSpPr/>
          <p:nvPr>
            <p:custDataLst>
              <p:tags r:id="rId5"/>
            </p:custDataLst>
          </p:nvPr>
        </p:nvSpPr>
        <p:spPr>
          <a:xfrm>
            <a:off x="9315047" y="1470681"/>
            <a:ext cx="2578711" cy="4839068"/>
          </a:xfrm>
          <a:prstGeom prst="roundRect">
            <a:avLst>
              <a:gd name="adj" fmla="val 3995"/>
            </a:avLst>
          </a:prstGeom>
          <a:solidFill>
            <a:schemeClr val="bg1"/>
          </a:solidFill>
          <a:ln>
            <a:noFill/>
          </a:ln>
        </p:spPr>
        <p:style>
          <a:lnRef idx="2">
            <a:srgbClr val="164293">
              <a:shade val="15000"/>
            </a:srgbClr>
          </a:lnRef>
          <a:fillRef idx="1">
            <a:srgbClr val="164293"/>
          </a:fillRef>
          <a:effectRef idx="0">
            <a:srgbClr val="164293"/>
          </a:effectRef>
          <a:fontRef idx="minor">
            <a:schemeClr val="lt1"/>
          </a:fontRef>
        </p:style>
        <p:txBody>
          <a:bodyPr lIns="101626" tIns="2160556" rIns="101626" bIns="50813" rtlCol="0" anchor="t" anchorCtr="0"/>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b="1" kern="200">
                <a:solidFill>
                  <a:schemeClr val="accent1"/>
                </a:solidFill>
              </a:rPr>
              <a:t>DID vs DTC Diagnostics</a:t>
            </a:r>
          </a:p>
          <a:p>
            <a:pPr algn="ctr"/>
            <a:endParaRPr lang="en-US" sz="2224" b="1" kern="200">
              <a:solidFill>
                <a:schemeClr val="accent1"/>
              </a:solidFill>
            </a:endParaRPr>
          </a:p>
          <a:p>
            <a:pPr algn="ctr"/>
            <a:r>
              <a:rPr lang="en-US" sz="1556" kern="200">
                <a:solidFill>
                  <a:schemeClr val="tx1"/>
                </a:solidFill>
              </a:rPr>
              <a:t>ECU diagnostic using data identifiers instead of full diagnostic fault management with DTCs can save lots of flash</a:t>
            </a:r>
          </a:p>
          <a:p>
            <a:pPr algn="ctr"/>
            <a:endParaRPr lang="en-US" sz="2224"/>
          </a:p>
        </p:txBody>
      </p:sp>
      <p:pic>
        <p:nvPicPr>
          <p:cNvPr id="11" name="Picture 10">
            <a:extLst>
              <a:ext uri="{FF2B5EF4-FFF2-40B4-BE49-F238E27FC236}">
                <a16:creationId xmlns:a16="http://schemas.microsoft.com/office/drawing/2014/main" id="{510CA818-3233-3C10-C0BF-AB16733AF3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7214" y="1989653"/>
            <a:ext cx="1405998" cy="1405998"/>
          </a:xfrm>
          <a:prstGeom prst="rect">
            <a:avLst/>
          </a:prstGeom>
        </p:spPr>
      </p:pic>
      <p:sp>
        <p:nvSpPr>
          <p:cNvPr id="12" name="chapter_conv">
            <a:extLst>
              <a:ext uri="{FF2B5EF4-FFF2-40B4-BE49-F238E27FC236}">
                <a16:creationId xmlns:a16="http://schemas.microsoft.com/office/drawing/2014/main" id="{EFCAE9AE-C480-0F9F-9D10-371F9B948556}"/>
              </a:ext>
            </a:extLst>
          </p:cNvPr>
          <p:cNvSpPr txBox="1">
            <a:spLocks/>
          </p:cNvSpPr>
          <p:nvPr/>
        </p:nvSpPr>
        <p:spPr>
          <a:xfrm>
            <a:off x="261320" y="805483"/>
            <a:ext cx="10174803" cy="480396"/>
          </a:xfrm>
          <a:prstGeom prst="rect">
            <a:avLst/>
          </a:prstGeom>
        </p:spPr>
        <p:txBody>
          <a:bodyPr lIns="0" tIns="0" rIns="0" bIns="0" anchor="t"/>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buNone/>
            </a:pPr>
            <a:r>
              <a:rPr lang="en-US" sz="2224">
                <a:solidFill>
                  <a:srgbClr val="FFFFFF"/>
                </a:solidFill>
              </a:rPr>
              <a:t>Practical tips for designers &amp; integrators</a:t>
            </a:r>
            <a:endParaRPr lang="en-US" sz="2224"/>
          </a:p>
        </p:txBody>
      </p:sp>
      <p:pic>
        <p:nvPicPr>
          <p:cNvPr id="15" name="Picture 14">
            <a:extLst>
              <a:ext uri="{FF2B5EF4-FFF2-40B4-BE49-F238E27FC236}">
                <a16:creationId xmlns:a16="http://schemas.microsoft.com/office/drawing/2014/main" id="{97CB7904-52EA-E319-DD0C-5D23047F2E4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67979" y="2012000"/>
            <a:ext cx="1413697" cy="1413697"/>
          </a:xfrm>
          <a:prstGeom prst="rect">
            <a:avLst/>
          </a:prstGeom>
        </p:spPr>
      </p:pic>
      <p:pic>
        <p:nvPicPr>
          <p:cNvPr id="8" name="Picture 7">
            <a:extLst>
              <a:ext uri="{FF2B5EF4-FFF2-40B4-BE49-F238E27FC236}">
                <a16:creationId xmlns:a16="http://schemas.microsoft.com/office/drawing/2014/main" id="{F2396DDB-D158-198B-46C7-37BA49C846B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916972" y="2005788"/>
            <a:ext cx="1339043" cy="1339043"/>
          </a:xfrm>
          <a:prstGeom prst="rect">
            <a:avLst/>
          </a:prstGeom>
        </p:spPr>
      </p:pic>
      <p:pic>
        <p:nvPicPr>
          <p:cNvPr id="14" name="Picture 13">
            <a:extLst>
              <a:ext uri="{FF2B5EF4-FFF2-40B4-BE49-F238E27FC236}">
                <a16:creationId xmlns:a16="http://schemas.microsoft.com/office/drawing/2014/main" id="{FFCEF3B0-E87C-4B1E-0C40-D38643F62BE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98426" y="1997716"/>
            <a:ext cx="1371721" cy="1371721"/>
          </a:xfrm>
          <a:prstGeom prst="rect">
            <a:avLst/>
          </a:prstGeom>
        </p:spPr>
      </p:pic>
    </p:spTree>
    <p:custDataLst>
      <p:tags r:id="rId1"/>
    </p:custDataLst>
    <p:extLst>
      <p:ext uri="{BB962C8B-B14F-4D97-AF65-F5344CB8AC3E}">
        <p14:creationId xmlns:p14="http://schemas.microsoft.com/office/powerpoint/2010/main" val="1035484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a:extLst>
            <a:ext uri="{FF2B5EF4-FFF2-40B4-BE49-F238E27FC236}">
              <a16:creationId xmlns:a16="http://schemas.microsoft.com/office/drawing/2014/main" id="{062B2D0B-5EEA-B34D-57B1-4112EAA681F0}"/>
            </a:ext>
          </a:extLst>
        </p:cNvPr>
        <p:cNvGrpSpPr/>
        <p:nvPr/>
      </p:nvGrpSpPr>
      <p:grpSpPr>
        <a:xfrm>
          <a:off x="0" y="0"/>
          <a:ext cx="0" cy="0"/>
          <a:chOff x="0" y="0"/>
          <a:chExt cx="0" cy="0"/>
        </a:xfrm>
      </p:grpSpPr>
      <p:sp>
        <p:nvSpPr>
          <p:cNvPr id="10" name="Section Label">
            <a:extLst>
              <a:ext uri="{FF2B5EF4-FFF2-40B4-BE49-F238E27FC236}">
                <a16:creationId xmlns:a16="http://schemas.microsoft.com/office/drawing/2014/main" id="{47690CEB-2936-95A5-71C5-8F51912236D7}"/>
              </a:ext>
            </a:extLst>
          </p:cNvPr>
          <p:cNvSpPr/>
          <p:nvPr/>
        </p:nvSpPr>
        <p:spPr>
          <a:xfrm>
            <a:off x="914400" y="2286000"/>
            <a:ext cx="6000000" cy="400000"/>
          </a:xfrm>
          <a:prstGeom prst="rect">
            <a:avLst/>
          </a:prstGeom>
        </p:spPr>
        <p:txBody>
          <a:bodyPr wrap="square" lIns="91440" tIns="45720" rIns="91440" bIns="45720" anchor="t">
            <a:noAutofit/>
          </a:bodyPr>
          <a:lstStyle/>
          <a:p>
            <a:r>
              <a:rPr lang="en-US" sz="1600" b="1" spc="200" dirty="0">
                <a:solidFill>
                  <a:srgbClr val="E50000"/>
                </a:solidFill>
                <a:latin typeface="Eurostile"/>
              </a:rPr>
              <a:t>SECTION 05</a:t>
            </a:r>
          </a:p>
        </p:txBody>
      </p:sp>
      <p:sp>
        <p:nvSpPr>
          <p:cNvPr id="11" name="Section Title">
            <a:extLst>
              <a:ext uri="{FF2B5EF4-FFF2-40B4-BE49-F238E27FC236}">
                <a16:creationId xmlns:a16="http://schemas.microsoft.com/office/drawing/2014/main" id="{53272280-8917-D8DC-E84E-D88F3D59C7D0}"/>
              </a:ext>
            </a:extLst>
          </p:cNvPr>
          <p:cNvSpPr/>
          <p:nvPr/>
        </p:nvSpPr>
        <p:spPr>
          <a:xfrm>
            <a:off x="914400" y="2743200"/>
            <a:ext cx="10363200" cy="1500000"/>
          </a:xfrm>
          <a:prstGeom prst="rect">
            <a:avLst/>
          </a:prstGeom>
        </p:spPr>
        <p:txBody>
          <a:bodyPr wrap="square" lIns="91440" tIns="45720" rIns="91440" bIns="45720" anchor="t">
            <a:noAutofit/>
          </a:bodyPr>
          <a:lstStyle/>
          <a:p>
            <a:r>
              <a:rPr lang="en-US" sz="3600" dirty="0">
                <a:solidFill>
                  <a:srgbClr val="FFFFFF"/>
                </a:solidFill>
                <a:latin typeface="Arial"/>
                <a:cs typeface="Arial"/>
              </a:rPr>
              <a:t>ETAS RTA-CAR Solution </a:t>
            </a:r>
            <a:endParaRPr lang="en-US" dirty="0"/>
          </a:p>
        </p:txBody>
      </p:sp>
      <p:sp>
        <p:nvSpPr>
          <p:cNvPr id="12" name="Section Subtitle">
            <a:extLst>
              <a:ext uri="{FF2B5EF4-FFF2-40B4-BE49-F238E27FC236}">
                <a16:creationId xmlns:a16="http://schemas.microsoft.com/office/drawing/2014/main" id="{E59F850F-476B-88A4-0337-C37AFF7D2B35}"/>
              </a:ext>
            </a:extLst>
          </p:cNvPr>
          <p:cNvSpPr/>
          <p:nvPr/>
        </p:nvSpPr>
        <p:spPr>
          <a:xfrm>
            <a:off x="914400" y="4267200"/>
            <a:ext cx="8500000" cy="500000"/>
          </a:xfrm>
          <a:prstGeom prst="rect">
            <a:avLst/>
          </a:prstGeom>
        </p:spPr>
        <p:txBody>
          <a:bodyPr wrap="square" lIns="91440" tIns="45720" rIns="91440" bIns="45720" anchor="t">
            <a:noAutofit/>
          </a:bodyPr>
          <a:lstStyle/>
          <a:p>
            <a:r>
              <a:rPr lang="en-US" sz="2400" dirty="0">
                <a:solidFill>
                  <a:srgbClr val="FFFFFF"/>
                </a:solidFill>
                <a:latin typeface="Arial"/>
                <a:cs typeface="Arial"/>
              </a:rPr>
              <a:t>Efficient AUTOSAR Solution </a:t>
            </a:r>
            <a:endParaRPr lang="en-US" dirty="0"/>
          </a:p>
          <a:p>
            <a:endParaRPr lang="en-US" sz="1800" dirty="0">
              <a:solidFill>
                <a:srgbClr val="CADCFC"/>
              </a:solidFill>
              <a:latin typeface="Eurostile"/>
            </a:endParaRPr>
          </a:p>
        </p:txBody>
      </p:sp>
      <p:cxnSp>
        <p:nvCxnSpPr>
          <p:cNvPr id="13" name="Accent Line">
            <a:extLst>
              <a:ext uri="{FF2B5EF4-FFF2-40B4-BE49-F238E27FC236}">
                <a16:creationId xmlns:a16="http://schemas.microsoft.com/office/drawing/2014/main" id="{3DD7D8DE-D728-D0F5-FD8D-4F60050153B0}"/>
              </a:ext>
            </a:extLst>
          </p:cNvPr>
          <p:cNvCxnSpPr/>
          <p:nvPr/>
        </p:nvCxnSpPr>
        <p:spPr>
          <a:xfrm>
            <a:off x="914400" y="1828800"/>
            <a:ext cx="914400" cy="0"/>
          </a:xfrm>
          <a:prstGeom prst="line">
            <a:avLst/>
          </a:prstGeom>
          <a:ln w="38100">
            <a:solidFill>
              <a:srgbClr val="E50000"/>
            </a:solidFill>
          </a:ln>
        </p:spPr>
      </p:cxnSp>
      <p:sp>
        <p:nvSpPr>
          <p:cNvPr id="80" name="Wordmark">
            <a:extLst>
              <a:ext uri="{FF2B5EF4-FFF2-40B4-BE49-F238E27FC236}">
                <a16:creationId xmlns:a16="http://schemas.microsoft.com/office/drawing/2014/main" id="{D1EBF88A-5CDF-9068-1C15-5DDA2D2B602C}"/>
              </a:ext>
            </a:extLst>
          </p:cNvPr>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a:extLst>
              <a:ext uri="{FF2B5EF4-FFF2-40B4-BE49-F238E27FC236}">
                <a16:creationId xmlns:a16="http://schemas.microsoft.com/office/drawing/2014/main" id="{87E7C59A-8328-F2D4-5002-968CCD6EBE7A}"/>
              </a:ext>
            </a:extLst>
          </p:cNvPr>
          <p:cNvSpPr/>
          <p:nvPr/>
        </p:nvSpPr>
        <p:spPr>
          <a:xfrm>
            <a:off x="914400" y="6480810"/>
            <a:ext cx="900000" cy="300000"/>
          </a:xfrm>
          <a:prstGeom prst="rect">
            <a:avLst/>
          </a:prstGeom>
        </p:spPr>
        <p:txBody>
          <a:bodyPr/>
          <a:lstStyle/>
          <a:p>
            <a:fld id="{CF52B9C1-502B-0743-A000-5B48F70CA477}" type="slidenum">
              <a:rPr lang="en-US" sz="1200" smtClean="0">
                <a:solidFill>
                  <a:srgbClr val="8FA3BF"/>
                </a:solidFill>
                <a:latin typeface="Eurostile"/>
              </a:rPr>
              <a:t>21</a:t>
            </a:fld>
            <a:endParaRPr lang="en-US" sz="1200">
              <a:solidFill>
                <a:srgbClr val="8FA3BF"/>
              </a:solidFill>
              <a:latin typeface="Eurostile"/>
            </a:endParaRPr>
          </a:p>
        </p:txBody>
      </p:sp>
      <p:pic>
        <p:nvPicPr>
          <p:cNvPr id="2" name="Picture 1" descr="A computer with a car on the screen&#10;&#10;AI-generated content may be incorrect.">
            <a:extLst>
              <a:ext uri="{FF2B5EF4-FFF2-40B4-BE49-F238E27FC236}">
                <a16:creationId xmlns:a16="http://schemas.microsoft.com/office/drawing/2014/main" id="{98DA8DCF-EF9D-9DFC-4E2E-59F19D636B05}"/>
              </a:ext>
            </a:extLst>
          </p:cNvPr>
          <p:cNvPicPr>
            <a:picLocks noChangeAspect="1"/>
          </p:cNvPicPr>
          <p:nvPr/>
        </p:nvPicPr>
        <p:blipFill>
          <a:blip r:embed="rId2"/>
          <a:stretch>
            <a:fillRect/>
          </a:stretch>
        </p:blipFill>
        <p:spPr>
          <a:xfrm>
            <a:off x="6310313" y="3433763"/>
            <a:ext cx="5343525" cy="3343275"/>
          </a:xfrm>
          <a:prstGeom prst="rect">
            <a:avLst/>
          </a:prstGeom>
        </p:spPr>
      </p:pic>
    </p:spTree>
    <p:extLst>
      <p:ext uri="{BB962C8B-B14F-4D97-AF65-F5344CB8AC3E}">
        <p14:creationId xmlns:p14="http://schemas.microsoft.com/office/powerpoint/2010/main" val="1543037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ADBAF-98A8-2D73-0500-8F6299062631}"/>
            </a:ext>
          </a:extLst>
        </p:cNvPr>
        <p:cNvGrpSpPr/>
        <p:nvPr/>
      </p:nvGrpSpPr>
      <p:grpSpPr>
        <a:xfrm>
          <a:off x="0" y="0"/>
          <a:ext cx="0" cy="0"/>
          <a:chOff x="0" y="0"/>
          <a:chExt cx="0" cy="0"/>
        </a:xfrm>
      </p:grpSpPr>
      <p:sp>
        <p:nvSpPr>
          <p:cNvPr id="2" name="Rechteck 1">
            <a:extLst>
              <a:ext uri="{FF2B5EF4-FFF2-40B4-BE49-F238E27FC236}">
                <a16:creationId xmlns:a16="http://schemas.microsoft.com/office/drawing/2014/main" id="{8EB25ABB-C944-6D4A-27E1-2FB9B7CE1A39}"/>
              </a:ext>
            </a:extLst>
          </p:cNvPr>
          <p:cNvSpPr/>
          <p:nvPr/>
        </p:nvSpPr>
        <p:spPr>
          <a:xfrm>
            <a:off x="6483945" y="4813488"/>
            <a:ext cx="5707860" cy="2168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de-DE" sz="2224"/>
          </a:p>
        </p:txBody>
      </p:sp>
      <p:sp>
        <p:nvSpPr>
          <p:cNvPr id="4" name="Title 3">
            <a:extLst>
              <a:ext uri="{FF2B5EF4-FFF2-40B4-BE49-F238E27FC236}">
                <a16:creationId xmlns:a16="http://schemas.microsoft.com/office/drawing/2014/main" id="{46BAEF06-EC44-2976-F031-ABF8B0C686D8}"/>
              </a:ext>
            </a:extLst>
          </p:cNvPr>
          <p:cNvSpPr>
            <a:spLocks noGrp="1"/>
          </p:cNvSpPr>
          <p:nvPr>
            <p:ph type="title"/>
          </p:nvPr>
        </p:nvSpPr>
        <p:spPr>
          <a:xfrm>
            <a:off x="276225" y="631825"/>
            <a:ext cx="10515600" cy="506413"/>
          </a:xfrm>
        </p:spPr>
        <p:txBody>
          <a:bodyPr>
            <a:norm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2000" dirty="0"/>
              <a:t>Reliable, safe and secure AUTOSAR solution for microcontrollers </a:t>
            </a:r>
            <a:endParaRPr lang="en-CA" sz="2000" dirty="0"/>
          </a:p>
        </p:txBody>
      </p:sp>
      <p:sp>
        <p:nvSpPr>
          <p:cNvPr id="5" name="Text Placeholder 4">
            <a:extLst>
              <a:ext uri="{FF2B5EF4-FFF2-40B4-BE49-F238E27FC236}">
                <a16:creationId xmlns:a16="http://schemas.microsoft.com/office/drawing/2014/main" id="{A2752A56-BD93-B215-46E4-F1D9C079C94B}"/>
              </a:ext>
            </a:extLst>
          </p:cNvPr>
          <p:cNvSpPr>
            <a:spLocks noGrp="1"/>
          </p:cNvSpPr>
          <p:nvPr>
            <p:ph type="body" sz="quarter" idx="15"/>
          </p:nvPr>
        </p:nvSpPr>
        <p:spPr/>
        <p:txBody>
          <a:bodyPr vert="horz" lIns="0" tIns="0" rIns="0" bIns="0" rtlCol="0" anchor="t">
            <a:no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buClr>
                <a:srgbClr val="000000"/>
              </a:buClr>
              <a:buSzPct val="100000"/>
            </a:pPr>
            <a:r>
              <a:rPr lang="en-CA" sz="2800" dirty="0">
                <a:solidFill>
                  <a:srgbClr val="164293"/>
                </a:solidFill>
                <a:latin typeface="Arial"/>
                <a:cs typeface="Arial"/>
              </a:rPr>
              <a:t>RTA-CAR Solution</a:t>
            </a:r>
          </a:p>
        </p:txBody>
      </p:sp>
      <p:sp>
        <p:nvSpPr>
          <p:cNvPr id="8" name="Rectangle: Rounded Corners 7">
            <a:extLst>
              <a:ext uri="{FF2B5EF4-FFF2-40B4-BE49-F238E27FC236}">
                <a16:creationId xmlns:a16="http://schemas.microsoft.com/office/drawing/2014/main" id="{05E6C18D-4232-D741-3794-A337E509E7E8}"/>
              </a:ext>
            </a:extLst>
          </p:cNvPr>
          <p:cNvSpPr/>
          <p:nvPr/>
        </p:nvSpPr>
        <p:spPr>
          <a:xfrm>
            <a:off x="196" y="1216273"/>
            <a:ext cx="12191608" cy="775828"/>
          </a:xfrm>
          <a:prstGeom prst="roundRect">
            <a:avLst>
              <a:gd name="adj" fmla="val 0"/>
            </a:avLst>
          </a:prstGeom>
          <a:gradFill>
            <a:gsLst>
              <a:gs pos="0">
                <a:schemeClr val="accent1"/>
              </a:gs>
              <a:gs pos="100000">
                <a:schemeClr val="accent2"/>
              </a:gs>
            </a:gsLst>
            <a:lin ang="0" scaled="0"/>
          </a:gradFill>
          <a:ln w="31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91440" tIns="45720" rIns="91440" bIns="4572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1750" dirty="0">
                <a:solidFill>
                  <a:schemeClr val="bg1"/>
                </a:solidFill>
              </a:rPr>
              <a:t>RTA-CAR is a highly scalable, feature-rich AUTOSAR software platform solution designed to streamline ECU application development and deployment for OEMs and Tier 1 suppliers, improving time-to-market and operational efficiency</a:t>
            </a:r>
            <a:endParaRPr lang="en-US" sz="1750" dirty="0">
              <a:solidFill>
                <a:schemeClr val="bg1"/>
              </a:solidFill>
              <a:latin typeface="+mj-lt"/>
              <a:cs typeface="Calibri Light"/>
            </a:endParaRPr>
          </a:p>
        </p:txBody>
      </p:sp>
      <p:grpSp>
        <p:nvGrpSpPr>
          <p:cNvPr id="68" name="Gruppieren 9">
            <a:extLst>
              <a:ext uri="{FF2B5EF4-FFF2-40B4-BE49-F238E27FC236}">
                <a16:creationId xmlns:a16="http://schemas.microsoft.com/office/drawing/2014/main" id="{EF38177D-5A98-E428-AA10-9CAFCD06C954}"/>
              </a:ext>
            </a:extLst>
          </p:cNvPr>
          <p:cNvGrpSpPr/>
          <p:nvPr/>
        </p:nvGrpSpPr>
        <p:grpSpPr>
          <a:xfrm>
            <a:off x="228835" y="2488990"/>
            <a:ext cx="5256503" cy="3446121"/>
            <a:chOff x="6385447" y="1050105"/>
            <a:chExt cx="4428334" cy="2867961"/>
          </a:xfrm>
        </p:grpSpPr>
        <p:sp>
          <p:nvSpPr>
            <p:cNvPr id="69" name="Rechteck 27">
              <a:extLst>
                <a:ext uri="{FF2B5EF4-FFF2-40B4-BE49-F238E27FC236}">
                  <a16:creationId xmlns:a16="http://schemas.microsoft.com/office/drawing/2014/main" id="{BAEBD7B6-59D7-3A70-D096-72C42A4EF83D}"/>
                </a:ext>
              </a:extLst>
            </p:cNvPr>
            <p:cNvSpPr/>
            <p:nvPr/>
          </p:nvSpPr>
          <p:spPr>
            <a:xfrm>
              <a:off x="7843512" y="1845370"/>
              <a:ext cx="1285188" cy="6967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70" name="Ellipse 50">
              <a:extLst>
                <a:ext uri="{FF2B5EF4-FFF2-40B4-BE49-F238E27FC236}">
                  <a16:creationId xmlns:a16="http://schemas.microsoft.com/office/drawing/2014/main" id="{AD313AE6-A014-99EE-0DAF-112C028C9D8C}"/>
                </a:ext>
              </a:extLst>
            </p:cNvPr>
            <p:cNvSpPr>
              <a:spLocks/>
            </p:cNvSpPr>
            <p:nvPr/>
          </p:nvSpPr>
          <p:spPr>
            <a:xfrm>
              <a:off x="9423283" y="3589428"/>
              <a:ext cx="126000" cy="126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71" name="Ellipse 51">
              <a:extLst>
                <a:ext uri="{FF2B5EF4-FFF2-40B4-BE49-F238E27FC236}">
                  <a16:creationId xmlns:a16="http://schemas.microsoft.com/office/drawing/2014/main" id="{75B0846A-48E3-817D-59B4-72DA07CC3854}"/>
                </a:ext>
              </a:extLst>
            </p:cNvPr>
            <p:cNvSpPr>
              <a:spLocks noChangeAspect="1"/>
            </p:cNvSpPr>
            <p:nvPr/>
          </p:nvSpPr>
          <p:spPr>
            <a:xfrm>
              <a:off x="9423283" y="3745626"/>
              <a:ext cx="126000" cy="126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72" name="Textfeld 79">
              <a:extLst>
                <a:ext uri="{FF2B5EF4-FFF2-40B4-BE49-F238E27FC236}">
                  <a16:creationId xmlns:a16="http://schemas.microsoft.com/office/drawing/2014/main" id="{AE4CEC8C-758E-EEA5-E725-F1AC32BFB9EC}"/>
                </a:ext>
              </a:extLst>
            </p:cNvPr>
            <p:cNvSpPr txBox="1"/>
            <p:nvPr/>
          </p:nvSpPr>
          <p:spPr>
            <a:xfrm>
              <a:off x="9604820" y="3603663"/>
              <a:ext cx="1007711" cy="92333"/>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t>ETAS Products / Solutions</a:t>
              </a:r>
              <a:endParaRPr lang="en-US" sz="667">
                <a:solidFill>
                  <a:schemeClr val="bg1"/>
                </a:solidFill>
              </a:endParaRPr>
            </a:p>
          </p:txBody>
        </p:sp>
        <p:sp>
          <p:nvSpPr>
            <p:cNvPr id="73" name="Textfeld 80">
              <a:extLst>
                <a:ext uri="{FF2B5EF4-FFF2-40B4-BE49-F238E27FC236}">
                  <a16:creationId xmlns:a16="http://schemas.microsoft.com/office/drawing/2014/main" id="{151B24DE-8FE0-02AE-8ACF-34E45C6C95BF}"/>
                </a:ext>
              </a:extLst>
            </p:cNvPr>
            <p:cNvSpPr txBox="1"/>
            <p:nvPr/>
          </p:nvSpPr>
          <p:spPr>
            <a:xfrm>
              <a:off x="9604820" y="3752194"/>
              <a:ext cx="1208961" cy="92333"/>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t>Third-Party Products / Solutions</a:t>
              </a:r>
              <a:endParaRPr lang="en-US" sz="667">
                <a:solidFill>
                  <a:schemeClr val="bg1"/>
                </a:solidFill>
              </a:endParaRPr>
            </a:p>
          </p:txBody>
        </p:sp>
        <p:sp>
          <p:nvSpPr>
            <p:cNvPr id="74" name="Rechteck 26">
              <a:extLst>
                <a:ext uri="{FF2B5EF4-FFF2-40B4-BE49-F238E27FC236}">
                  <a16:creationId xmlns:a16="http://schemas.microsoft.com/office/drawing/2014/main" id="{2D9EBB06-2D33-324B-8D15-A6AC00C564EA}"/>
                </a:ext>
              </a:extLst>
            </p:cNvPr>
            <p:cNvSpPr/>
            <p:nvPr/>
          </p:nvSpPr>
          <p:spPr>
            <a:xfrm>
              <a:off x="6772116" y="3455416"/>
              <a:ext cx="2477841" cy="46265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75" name="Rechteck 46">
              <a:extLst>
                <a:ext uri="{FF2B5EF4-FFF2-40B4-BE49-F238E27FC236}">
                  <a16:creationId xmlns:a16="http://schemas.microsoft.com/office/drawing/2014/main" id="{0F06D0AD-E3B3-1093-D6B9-7D08A092A7EF}"/>
                </a:ext>
              </a:extLst>
            </p:cNvPr>
            <p:cNvSpPr/>
            <p:nvPr/>
          </p:nvSpPr>
          <p:spPr>
            <a:xfrm>
              <a:off x="6772117" y="1427506"/>
              <a:ext cx="2477841" cy="1963798"/>
            </a:xfrm>
            <a:prstGeom prst="rect">
              <a:avLst/>
            </a:prstGeom>
            <a:solidFill>
              <a:srgbClr val="BDC1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76" name="Rechteck 7">
              <a:extLst>
                <a:ext uri="{FF2B5EF4-FFF2-40B4-BE49-F238E27FC236}">
                  <a16:creationId xmlns:a16="http://schemas.microsoft.com/office/drawing/2014/main" id="{50A75657-052C-9149-732F-B1470DCC6689}"/>
                </a:ext>
              </a:extLst>
            </p:cNvPr>
            <p:cNvSpPr/>
            <p:nvPr/>
          </p:nvSpPr>
          <p:spPr>
            <a:xfrm>
              <a:off x="6772116" y="1050105"/>
              <a:ext cx="2477841" cy="31562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defTabSz="914265"/>
              <a:r>
                <a:rPr lang="en-GB" sz="889">
                  <a:solidFill>
                    <a:srgbClr val="FFFFFF"/>
                  </a:solidFill>
                </a:rPr>
                <a:t>AUTOSAR </a:t>
              </a:r>
              <a:br>
                <a:rPr lang="en-GB" sz="889">
                  <a:solidFill>
                    <a:srgbClr val="FFFFFF"/>
                  </a:solidFill>
                </a:rPr>
              </a:br>
              <a:r>
                <a:rPr lang="en-GB" sz="889">
                  <a:solidFill>
                    <a:srgbClr val="FFFFFF"/>
                  </a:solidFill>
                </a:rPr>
                <a:t>Application Software</a:t>
              </a:r>
            </a:p>
          </p:txBody>
        </p:sp>
        <p:sp>
          <p:nvSpPr>
            <p:cNvPr id="77" name="Rechteck 43">
              <a:extLst>
                <a:ext uri="{FF2B5EF4-FFF2-40B4-BE49-F238E27FC236}">
                  <a16:creationId xmlns:a16="http://schemas.microsoft.com/office/drawing/2014/main" id="{3C960C63-4091-7174-A01E-C31D0C2CC1A7}"/>
                </a:ext>
              </a:extLst>
            </p:cNvPr>
            <p:cNvSpPr/>
            <p:nvPr/>
          </p:nvSpPr>
          <p:spPr>
            <a:xfrm>
              <a:off x="6385447" y="1427506"/>
              <a:ext cx="315627" cy="196379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lnSpc>
                  <a:spcPts val="1000"/>
                </a:lnSpc>
              </a:pPr>
              <a:r>
                <a:rPr lang="en-US" sz="889" b="1"/>
                <a:t>ISOLAR-A/-B</a:t>
              </a:r>
            </a:p>
            <a:p>
              <a:pPr algn="ctr">
                <a:lnSpc>
                  <a:spcPts val="1000"/>
                </a:lnSpc>
              </a:pPr>
              <a:r>
                <a:rPr lang="en-US" sz="889"/>
                <a:t>Development Tools</a:t>
              </a:r>
            </a:p>
          </p:txBody>
        </p:sp>
        <p:sp>
          <p:nvSpPr>
            <p:cNvPr id="78" name="Rechteck 44">
              <a:extLst>
                <a:ext uri="{FF2B5EF4-FFF2-40B4-BE49-F238E27FC236}">
                  <a16:creationId xmlns:a16="http://schemas.microsoft.com/office/drawing/2014/main" id="{DF5BF29C-97FB-C949-27C0-487CA1F3D76C}"/>
                </a:ext>
              </a:extLst>
            </p:cNvPr>
            <p:cNvSpPr/>
            <p:nvPr/>
          </p:nvSpPr>
          <p:spPr>
            <a:xfrm>
              <a:off x="6875541" y="1709035"/>
              <a:ext cx="2288306" cy="13587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2224"/>
                <a:t> </a:t>
              </a:r>
            </a:p>
          </p:txBody>
        </p:sp>
        <p:sp>
          <p:nvSpPr>
            <p:cNvPr id="79" name="Rechteck 25">
              <a:extLst>
                <a:ext uri="{FF2B5EF4-FFF2-40B4-BE49-F238E27FC236}">
                  <a16:creationId xmlns:a16="http://schemas.microsoft.com/office/drawing/2014/main" id="{14BD5142-5398-435D-FDD7-B4889FB21AEB}"/>
                </a:ext>
              </a:extLst>
            </p:cNvPr>
            <p:cNvSpPr/>
            <p:nvPr/>
          </p:nvSpPr>
          <p:spPr>
            <a:xfrm>
              <a:off x="6875539" y="3119411"/>
              <a:ext cx="2288305" cy="21041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de-DE" sz="889">
                  <a:solidFill>
                    <a:schemeClr val="bg1"/>
                  </a:solidFill>
                </a:rPr>
                <a:t>RTA-HVR / RTA-LWHVR</a:t>
              </a:r>
            </a:p>
          </p:txBody>
        </p:sp>
        <p:sp>
          <p:nvSpPr>
            <p:cNvPr id="80" name="Rechteck 49">
              <a:extLst>
                <a:ext uri="{FF2B5EF4-FFF2-40B4-BE49-F238E27FC236}">
                  <a16:creationId xmlns:a16="http://schemas.microsoft.com/office/drawing/2014/main" id="{15C8916C-AB20-16DB-859B-7BCFAA9C2F31}"/>
                </a:ext>
              </a:extLst>
            </p:cNvPr>
            <p:cNvSpPr/>
            <p:nvPr/>
          </p:nvSpPr>
          <p:spPr>
            <a:xfrm>
              <a:off x="9328470" y="1427506"/>
              <a:ext cx="315627" cy="196379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defTabSz="914265"/>
              <a:r>
                <a:rPr lang="en-GB" sz="889" b="1">
                  <a:solidFill>
                    <a:srgbClr val="FFFFFF"/>
                  </a:solidFill>
                </a:rPr>
                <a:t>RTA-CAR FSQP</a:t>
              </a:r>
            </a:p>
            <a:p>
              <a:pPr algn="ctr" defTabSz="914265"/>
              <a:r>
                <a:rPr lang="en-GB" sz="889">
                  <a:solidFill>
                    <a:srgbClr val="FFFFFF"/>
                  </a:solidFill>
                </a:rPr>
                <a:t>Functional Safety</a:t>
              </a:r>
            </a:p>
          </p:txBody>
        </p:sp>
        <p:sp>
          <p:nvSpPr>
            <p:cNvPr id="81" name="Rechteck 30">
              <a:extLst>
                <a:ext uri="{FF2B5EF4-FFF2-40B4-BE49-F238E27FC236}">
                  <a16:creationId xmlns:a16="http://schemas.microsoft.com/office/drawing/2014/main" id="{B6026ACC-2EBD-F54E-33F1-577F8A60A9A7}"/>
                </a:ext>
              </a:extLst>
            </p:cNvPr>
            <p:cNvSpPr/>
            <p:nvPr/>
          </p:nvSpPr>
          <p:spPr>
            <a:xfrm>
              <a:off x="7344695" y="2903787"/>
              <a:ext cx="1101399" cy="12625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667"/>
                <a:t>3</a:t>
              </a:r>
              <a:r>
                <a:rPr lang="en-US" sz="667" baseline="30000"/>
                <a:t>rd</a:t>
              </a:r>
              <a:r>
                <a:rPr lang="en-US" sz="667"/>
                <a:t> party MCAL</a:t>
              </a:r>
            </a:p>
          </p:txBody>
        </p:sp>
        <p:sp>
          <p:nvSpPr>
            <p:cNvPr id="82" name="Rechteck 31">
              <a:extLst>
                <a:ext uri="{FF2B5EF4-FFF2-40B4-BE49-F238E27FC236}">
                  <a16:creationId xmlns:a16="http://schemas.microsoft.com/office/drawing/2014/main" id="{D915521C-4913-7FD1-AD76-B5A614304A11}"/>
                </a:ext>
              </a:extLst>
            </p:cNvPr>
            <p:cNvSpPr/>
            <p:nvPr/>
          </p:nvSpPr>
          <p:spPr>
            <a:xfrm>
              <a:off x="8486106" y="2903787"/>
              <a:ext cx="294585" cy="1262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83" name="Rechteck 32">
              <a:extLst>
                <a:ext uri="{FF2B5EF4-FFF2-40B4-BE49-F238E27FC236}">
                  <a16:creationId xmlns:a16="http://schemas.microsoft.com/office/drawing/2014/main" id="{DA4830F2-2ECF-9B2E-6F9A-95457A6BEA50}"/>
                </a:ext>
              </a:extLst>
            </p:cNvPr>
            <p:cNvSpPr/>
            <p:nvPr/>
          </p:nvSpPr>
          <p:spPr>
            <a:xfrm>
              <a:off x="8821563" y="2479452"/>
              <a:ext cx="295225"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40010" rIns="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RTA-</a:t>
              </a:r>
              <a:br>
                <a:rPr lang="en-US" sz="667">
                  <a:solidFill>
                    <a:schemeClr val="bg1"/>
                  </a:solidFill>
                </a:rPr>
              </a:br>
              <a:r>
                <a:rPr lang="en-US" sz="667">
                  <a:solidFill>
                    <a:schemeClr val="bg1"/>
                  </a:solidFill>
                </a:rPr>
                <a:t>FBL</a:t>
              </a:r>
            </a:p>
          </p:txBody>
        </p:sp>
        <p:sp>
          <p:nvSpPr>
            <p:cNvPr id="84" name="Rechteck 33">
              <a:extLst>
                <a:ext uri="{FF2B5EF4-FFF2-40B4-BE49-F238E27FC236}">
                  <a16:creationId xmlns:a16="http://schemas.microsoft.com/office/drawing/2014/main" id="{B37D7D39-F3DF-94A8-8C0E-6A7B50373745}"/>
                </a:ext>
              </a:extLst>
            </p:cNvPr>
            <p:cNvSpPr/>
            <p:nvPr/>
          </p:nvSpPr>
          <p:spPr>
            <a:xfrm>
              <a:off x="8486106" y="2479452"/>
              <a:ext cx="294585"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SEC</a:t>
              </a:r>
              <a:endParaRPr lang="en-US" sz="667"/>
            </a:p>
          </p:txBody>
        </p:sp>
        <p:sp>
          <p:nvSpPr>
            <p:cNvPr id="85" name="Rechteck 38">
              <a:extLst>
                <a:ext uri="{FF2B5EF4-FFF2-40B4-BE49-F238E27FC236}">
                  <a16:creationId xmlns:a16="http://schemas.microsoft.com/office/drawing/2014/main" id="{C7FBC6CB-3AB0-EBCF-F8B9-7B884015F093}"/>
                </a:ext>
              </a:extLst>
            </p:cNvPr>
            <p:cNvSpPr/>
            <p:nvPr/>
          </p:nvSpPr>
          <p:spPr>
            <a:xfrm>
              <a:off x="7676651" y="2479452"/>
              <a:ext cx="126251"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ETH</a:t>
              </a:r>
            </a:p>
          </p:txBody>
        </p:sp>
        <p:sp>
          <p:nvSpPr>
            <p:cNvPr id="86" name="Rechteck 39">
              <a:extLst>
                <a:ext uri="{FF2B5EF4-FFF2-40B4-BE49-F238E27FC236}">
                  <a16:creationId xmlns:a16="http://schemas.microsoft.com/office/drawing/2014/main" id="{2DFF3796-BD1C-0388-BF6F-FD278ADB5F64}"/>
                </a:ext>
              </a:extLst>
            </p:cNvPr>
            <p:cNvSpPr/>
            <p:nvPr/>
          </p:nvSpPr>
          <p:spPr>
            <a:xfrm>
              <a:off x="7134365" y="1978129"/>
              <a:ext cx="1646326" cy="21041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889" b="1"/>
                <a:t>RTA-RTE</a:t>
              </a:r>
            </a:p>
          </p:txBody>
        </p:sp>
        <p:sp>
          <p:nvSpPr>
            <p:cNvPr id="87" name="Rechteck 40">
              <a:extLst>
                <a:ext uri="{FF2B5EF4-FFF2-40B4-BE49-F238E27FC236}">
                  <a16:creationId xmlns:a16="http://schemas.microsoft.com/office/drawing/2014/main" id="{001D8D5E-62DF-CB0B-5787-A28BD90A2F2D}"/>
                </a:ext>
              </a:extLst>
            </p:cNvPr>
            <p:cNvSpPr/>
            <p:nvPr/>
          </p:nvSpPr>
          <p:spPr>
            <a:xfrm>
              <a:off x="7134365" y="2229686"/>
              <a:ext cx="171862" cy="8003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sp>
          <p:nvSpPr>
            <p:cNvPr id="88" name="Rechteck 41">
              <a:extLst>
                <a:ext uri="{FF2B5EF4-FFF2-40B4-BE49-F238E27FC236}">
                  <a16:creationId xmlns:a16="http://schemas.microsoft.com/office/drawing/2014/main" id="{687F7EB6-4B9E-E8D3-233F-FF2A12EF075F}"/>
                </a:ext>
              </a:extLst>
            </p:cNvPr>
            <p:cNvSpPr/>
            <p:nvPr/>
          </p:nvSpPr>
          <p:spPr>
            <a:xfrm>
              <a:off x="7361485" y="2229687"/>
              <a:ext cx="1419206" cy="21041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889" b="1"/>
                <a:t>RTA-BSW</a:t>
              </a:r>
            </a:p>
          </p:txBody>
        </p:sp>
        <p:sp>
          <p:nvSpPr>
            <p:cNvPr id="89" name="Rechteck 42">
              <a:extLst>
                <a:ext uri="{FF2B5EF4-FFF2-40B4-BE49-F238E27FC236}">
                  <a16:creationId xmlns:a16="http://schemas.microsoft.com/office/drawing/2014/main" id="{B95F6416-1F31-5B6E-BE0D-2ADFB5DF4457}"/>
                </a:ext>
              </a:extLst>
            </p:cNvPr>
            <p:cNvSpPr/>
            <p:nvPr/>
          </p:nvSpPr>
          <p:spPr>
            <a:xfrm>
              <a:off x="7344696" y="2229687"/>
              <a:ext cx="294585" cy="6521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CAN</a:t>
              </a:r>
            </a:p>
          </p:txBody>
        </p:sp>
        <p:sp>
          <p:nvSpPr>
            <p:cNvPr id="90" name="Rechteck 8">
              <a:extLst>
                <a:ext uri="{FF2B5EF4-FFF2-40B4-BE49-F238E27FC236}">
                  <a16:creationId xmlns:a16="http://schemas.microsoft.com/office/drawing/2014/main" id="{5694D0A0-84E2-B0D5-9E90-89DA66147DFC}"/>
                </a:ext>
              </a:extLst>
            </p:cNvPr>
            <p:cNvSpPr/>
            <p:nvPr/>
          </p:nvSpPr>
          <p:spPr>
            <a:xfrm>
              <a:off x="6875540" y="3513235"/>
              <a:ext cx="2288304" cy="2104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defTabSz="914265"/>
              <a:r>
                <a:rPr lang="en-GB" sz="889">
                  <a:solidFill>
                    <a:srgbClr val="FFFFFF"/>
                  </a:solidFill>
                </a:rPr>
                <a:t>Microcontroller / SoC</a:t>
              </a:r>
            </a:p>
          </p:txBody>
        </p:sp>
        <p:sp>
          <p:nvSpPr>
            <p:cNvPr id="91" name="Textfeld 61">
              <a:extLst>
                <a:ext uri="{FF2B5EF4-FFF2-40B4-BE49-F238E27FC236}">
                  <a16:creationId xmlns:a16="http://schemas.microsoft.com/office/drawing/2014/main" id="{7A2FBFC4-F1CB-8989-8DD5-CE92F238319F}"/>
                </a:ext>
              </a:extLst>
            </p:cNvPr>
            <p:cNvSpPr txBox="1"/>
            <p:nvPr/>
          </p:nvSpPr>
          <p:spPr>
            <a:xfrm>
              <a:off x="6778035" y="1442759"/>
              <a:ext cx="2463768" cy="246221"/>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defTabSz="914265"/>
              <a:r>
                <a:rPr lang="en-GB" sz="889">
                  <a:solidFill>
                    <a:srgbClr val="FFFFFF"/>
                  </a:solidFill>
                </a:rPr>
                <a:t>Vehicle Software Platform Suite </a:t>
              </a:r>
              <a:br>
                <a:rPr lang="en-GB" sz="889">
                  <a:solidFill>
                    <a:srgbClr val="FFFFFF"/>
                  </a:solidFill>
                </a:rPr>
              </a:br>
              <a:r>
                <a:rPr lang="en-GB" sz="889">
                  <a:solidFill>
                    <a:srgbClr val="FFFFFF"/>
                  </a:solidFill>
                </a:rPr>
                <a:t>– Classic AUTOSAR Profile</a:t>
              </a:r>
            </a:p>
          </p:txBody>
        </p:sp>
        <p:sp>
          <p:nvSpPr>
            <p:cNvPr id="92" name="Textfeld 64">
              <a:extLst>
                <a:ext uri="{FF2B5EF4-FFF2-40B4-BE49-F238E27FC236}">
                  <a16:creationId xmlns:a16="http://schemas.microsoft.com/office/drawing/2014/main" id="{D32ED014-0A71-0BD6-119B-FDEAE1D97A36}"/>
                </a:ext>
              </a:extLst>
            </p:cNvPr>
            <p:cNvSpPr txBox="1"/>
            <p:nvPr/>
          </p:nvSpPr>
          <p:spPr>
            <a:xfrm>
              <a:off x="8507332" y="2917696"/>
              <a:ext cx="254700" cy="102592"/>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422"/>
                </a:lnSpc>
              </a:pPr>
              <a:r>
                <a:rPr lang="en-US" sz="389">
                  <a:solidFill>
                    <a:schemeClr val="bg1"/>
                  </a:solidFill>
                </a:rPr>
                <a:t>CycurHSM</a:t>
              </a:r>
            </a:p>
            <a:p>
              <a:pPr>
                <a:lnSpc>
                  <a:spcPts val="422"/>
                </a:lnSpc>
              </a:pPr>
              <a:r>
                <a:rPr lang="en-US" sz="389">
                  <a:solidFill>
                    <a:schemeClr val="bg1"/>
                  </a:solidFill>
                </a:rPr>
                <a:t>CycurSoC</a:t>
              </a:r>
            </a:p>
          </p:txBody>
        </p:sp>
        <p:sp>
          <p:nvSpPr>
            <p:cNvPr id="93" name="Textfeld 74">
              <a:extLst>
                <a:ext uri="{FF2B5EF4-FFF2-40B4-BE49-F238E27FC236}">
                  <a16:creationId xmlns:a16="http://schemas.microsoft.com/office/drawing/2014/main" id="{14576D1F-3F14-B618-2A82-03C2217F2188}"/>
                </a:ext>
              </a:extLst>
            </p:cNvPr>
            <p:cNvSpPr txBox="1"/>
            <p:nvPr/>
          </p:nvSpPr>
          <p:spPr>
            <a:xfrm rot="16200000">
              <a:off x="6680192" y="2374010"/>
              <a:ext cx="676666" cy="143915"/>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889" b="1"/>
                <a:t>RTA-CAR</a:t>
              </a:r>
            </a:p>
          </p:txBody>
        </p:sp>
        <p:sp>
          <p:nvSpPr>
            <p:cNvPr id="94" name="Textfeld 75">
              <a:extLst>
                <a:ext uri="{FF2B5EF4-FFF2-40B4-BE49-F238E27FC236}">
                  <a16:creationId xmlns:a16="http://schemas.microsoft.com/office/drawing/2014/main" id="{51CEE60B-D526-EE65-503F-98AA683D473B}"/>
                </a:ext>
              </a:extLst>
            </p:cNvPr>
            <p:cNvSpPr txBox="1"/>
            <p:nvPr/>
          </p:nvSpPr>
          <p:spPr>
            <a:xfrm rot="16200000">
              <a:off x="7012810" y="2522108"/>
              <a:ext cx="416449" cy="107936"/>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b="1">
                  <a:solidFill>
                    <a:schemeClr val="bg1"/>
                  </a:solidFill>
                </a:rPr>
                <a:t>RTA-OS</a:t>
              </a:r>
            </a:p>
          </p:txBody>
        </p:sp>
        <p:sp>
          <p:nvSpPr>
            <p:cNvPr id="95" name="Textfeld 76">
              <a:extLst>
                <a:ext uri="{FF2B5EF4-FFF2-40B4-BE49-F238E27FC236}">
                  <a16:creationId xmlns:a16="http://schemas.microsoft.com/office/drawing/2014/main" id="{935D8704-696A-2AC9-D67E-9560BFB8D27A}"/>
                </a:ext>
              </a:extLst>
            </p:cNvPr>
            <p:cNvSpPr txBox="1"/>
            <p:nvPr/>
          </p:nvSpPr>
          <p:spPr>
            <a:xfrm>
              <a:off x="6772116" y="3757580"/>
              <a:ext cx="2477841" cy="123111"/>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r>
                <a:rPr lang="en-US" sz="889">
                  <a:solidFill>
                    <a:schemeClr val="bg1"/>
                  </a:solidFill>
                </a:rPr>
                <a:t>ECU Hardware</a:t>
              </a:r>
            </a:p>
          </p:txBody>
        </p:sp>
        <p:grpSp>
          <p:nvGrpSpPr>
            <p:cNvPr id="96" name="Gruppieren 91">
              <a:extLst>
                <a:ext uri="{FF2B5EF4-FFF2-40B4-BE49-F238E27FC236}">
                  <a16:creationId xmlns:a16="http://schemas.microsoft.com/office/drawing/2014/main" id="{A0B44591-9F2D-008B-7B09-12C7C3392516}"/>
                </a:ext>
              </a:extLst>
            </p:cNvPr>
            <p:cNvGrpSpPr/>
            <p:nvPr/>
          </p:nvGrpSpPr>
          <p:grpSpPr>
            <a:xfrm>
              <a:off x="6936233" y="1758551"/>
              <a:ext cx="1182462" cy="189941"/>
              <a:chOff x="6122661" y="1895882"/>
              <a:chExt cx="1011527" cy="162484"/>
            </a:xfrm>
          </p:grpSpPr>
          <p:pic>
            <p:nvPicPr>
              <p:cNvPr id="101" name="Picture 6">
                <a:extLst>
                  <a:ext uri="{FF2B5EF4-FFF2-40B4-BE49-F238E27FC236}">
                    <a16:creationId xmlns:a16="http://schemas.microsoft.com/office/drawing/2014/main" id="{4FEF6300-FDBC-EB97-2D15-31DBFAD74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2661" y="1895882"/>
                <a:ext cx="994360" cy="105193"/>
              </a:xfrm>
              <a:prstGeom prst="rect">
                <a:avLst/>
              </a:prstGeom>
              <a:noFill/>
              <a:extLst>
                <a:ext uri="{909E8E84-426E-40DD-AFC4-6F175D3DCCD1}">
                  <a14:hiddenFill xmlns:a14="http://schemas.microsoft.com/office/drawing/2010/main">
                    <a:solidFill>
                      <a:srgbClr val="FFFFFF"/>
                    </a:solidFill>
                  </a14:hiddenFill>
                </a:ext>
              </a:extLst>
            </p:spPr>
          </p:pic>
          <p:sp>
            <p:nvSpPr>
              <p:cNvPr id="102" name="Textfeld 88">
                <a:extLst>
                  <a:ext uri="{FF2B5EF4-FFF2-40B4-BE49-F238E27FC236}">
                    <a16:creationId xmlns:a16="http://schemas.microsoft.com/office/drawing/2014/main" id="{507C3F0D-DDB0-04E2-7990-90E66F92CD2E}"/>
                  </a:ext>
                </a:extLst>
              </p:cNvPr>
              <p:cNvSpPr txBox="1"/>
              <p:nvPr/>
            </p:nvSpPr>
            <p:spPr>
              <a:xfrm>
                <a:off x="6126477" y="1985269"/>
                <a:ext cx="1007711" cy="73097"/>
              </a:xfrm>
              <a:prstGeom prst="rect">
                <a:avLst/>
              </a:prstGeom>
              <a:noFill/>
            </p:spPr>
            <p:txBody>
              <a:bodyPr wrap="square" lIns="0" tIns="0" rIns="0" bIns="0" rtlCol="0" anchor="ctr" anchorCtr="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511">
                    <a:latin typeface="72 Black" panose="020B0A04030603020204" pitchFamily="34" charset="0"/>
                    <a:cs typeface="72 Black" panose="020B0A04030603020204" pitchFamily="34" charset="0"/>
                  </a:rPr>
                  <a:t>Classic Platform</a:t>
                </a:r>
                <a:endParaRPr lang="en-US" sz="511">
                  <a:solidFill>
                    <a:schemeClr val="bg1"/>
                  </a:solidFill>
                  <a:latin typeface="72 Black" panose="020B0A04030603020204" pitchFamily="34" charset="0"/>
                  <a:cs typeface="72 Black" panose="020B0A04030603020204" pitchFamily="34" charset="0"/>
                </a:endParaRPr>
              </a:p>
            </p:txBody>
          </p:sp>
        </p:grpSp>
        <p:sp>
          <p:nvSpPr>
            <p:cNvPr id="97" name="Rechteck 112">
              <a:extLst>
                <a:ext uri="{FF2B5EF4-FFF2-40B4-BE49-F238E27FC236}">
                  <a16:creationId xmlns:a16="http://schemas.microsoft.com/office/drawing/2014/main" id="{FD0BDB87-0B29-B623-278C-E14096906C8A}"/>
                </a:ext>
              </a:extLst>
            </p:cNvPr>
            <p:cNvSpPr/>
            <p:nvPr/>
          </p:nvSpPr>
          <p:spPr>
            <a:xfrm>
              <a:off x="8324821" y="2479452"/>
              <a:ext cx="126251"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J1939</a:t>
              </a:r>
            </a:p>
          </p:txBody>
        </p:sp>
        <p:sp>
          <p:nvSpPr>
            <p:cNvPr id="98" name="Rechteck 114">
              <a:extLst>
                <a:ext uri="{FF2B5EF4-FFF2-40B4-BE49-F238E27FC236}">
                  <a16:creationId xmlns:a16="http://schemas.microsoft.com/office/drawing/2014/main" id="{FCEE0B75-8001-86C7-A362-6BA75C07F1A7}"/>
                </a:ext>
              </a:extLst>
            </p:cNvPr>
            <p:cNvSpPr/>
            <p:nvPr/>
          </p:nvSpPr>
          <p:spPr>
            <a:xfrm>
              <a:off x="8161195" y="2479452"/>
              <a:ext cx="126251"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LIN</a:t>
              </a:r>
            </a:p>
          </p:txBody>
        </p:sp>
        <p:sp>
          <p:nvSpPr>
            <p:cNvPr id="99" name="Rechteck 119">
              <a:extLst>
                <a:ext uri="{FF2B5EF4-FFF2-40B4-BE49-F238E27FC236}">
                  <a16:creationId xmlns:a16="http://schemas.microsoft.com/office/drawing/2014/main" id="{8C439A40-42C8-4D4B-52FC-8B252AACEC98}"/>
                </a:ext>
              </a:extLst>
            </p:cNvPr>
            <p:cNvSpPr/>
            <p:nvPr/>
          </p:nvSpPr>
          <p:spPr>
            <a:xfrm>
              <a:off x="7998968" y="2479452"/>
              <a:ext cx="126251"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US" sz="667">
                  <a:solidFill>
                    <a:schemeClr val="bg1"/>
                  </a:solidFill>
                </a:rPr>
                <a:t>FRAY</a:t>
              </a:r>
            </a:p>
          </p:txBody>
        </p:sp>
        <p:sp>
          <p:nvSpPr>
            <p:cNvPr id="100" name="Rechteck 123">
              <a:extLst>
                <a:ext uri="{FF2B5EF4-FFF2-40B4-BE49-F238E27FC236}">
                  <a16:creationId xmlns:a16="http://schemas.microsoft.com/office/drawing/2014/main" id="{8C83D873-15BA-375A-DDE8-8CAD471A706F}"/>
                </a:ext>
              </a:extLst>
            </p:cNvPr>
            <p:cNvSpPr/>
            <p:nvPr/>
          </p:nvSpPr>
          <p:spPr>
            <a:xfrm>
              <a:off x="7836000" y="2479452"/>
              <a:ext cx="126251" cy="4024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r>
                <a:rPr lang="en-GB" sz="667">
                  <a:solidFill>
                    <a:srgbClr val="FFFFFF"/>
                  </a:solidFill>
                </a:rPr>
                <a:t>ETHSEC</a:t>
              </a:r>
            </a:p>
          </p:txBody>
        </p:sp>
      </p:grpSp>
      <p:pic>
        <p:nvPicPr>
          <p:cNvPr id="3" name="Content Placeholder 19">
            <a:extLst>
              <a:ext uri="{FF2B5EF4-FFF2-40B4-BE49-F238E27FC236}">
                <a16:creationId xmlns:a16="http://schemas.microsoft.com/office/drawing/2014/main" id="{2FEEEEB8-A1BC-ECA8-F0BB-E7EF116FCA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7908" y="2198407"/>
            <a:ext cx="1676126" cy="903343"/>
          </a:xfrm>
          <a:prstGeom prst="rect">
            <a:avLst/>
          </a:prstGeom>
        </p:spPr>
      </p:pic>
      <p:pic>
        <p:nvPicPr>
          <p:cNvPr id="7" name="Picture 47">
            <a:extLst>
              <a:ext uri="{FF2B5EF4-FFF2-40B4-BE49-F238E27FC236}">
                <a16:creationId xmlns:a16="http://schemas.microsoft.com/office/drawing/2014/main" id="{EFD41F94-5907-7739-61F8-0F878ECF4F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6314" y="3421890"/>
            <a:ext cx="1540396" cy="866473"/>
          </a:xfrm>
          <a:prstGeom prst="rect">
            <a:avLst/>
          </a:prstGeom>
        </p:spPr>
      </p:pic>
      <p:grpSp>
        <p:nvGrpSpPr>
          <p:cNvPr id="9" name="Group 60">
            <a:extLst>
              <a:ext uri="{FF2B5EF4-FFF2-40B4-BE49-F238E27FC236}">
                <a16:creationId xmlns:a16="http://schemas.microsoft.com/office/drawing/2014/main" id="{2E0B673A-BEC8-E5BF-FD2A-7CC6F2EBFEC5}"/>
              </a:ext>
            </a:extLst>
          </p:cNvPr>
          <p:cNvGrpSpPr>
            <a:grpSpLocks noChangeAspect="1"/>
          </p:cNvGrpSpPr>
          <p:nvPr/>
        </p:nvGrpSpPr>
        <p:grpSpPr>
          <a:xfrm>
            <a:off x="6935560" y="5835280"/>
            <a:ext cx="1440825" cy="810464"/>
            <a:chOff x="4996440" y="4450372"/>
            <a:chExt cx="1726809" cy="971330"/>
          </a:xfrm>
        </p:grpSpPr>
        <p:pic>
          <p:nvPicPr>
            <p:cNvPr id="10" name="Picture 40">
              <a:extLst>
                <a:ext uri="{FF2B5EF4-FFF2-40B4-BE49-F238E27FC236}">
                  <a16:creationId xmlns:a16="http://schemas.microsoft.com/office/drawing/2014/main" id="{18C1F133-0B15-3DA9-4D3E-50C9BAF79F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96440" y="4450372"/>
              <a:ext cx="1726809" cy="971330"/>
            </a:xfrm>
            <a:prstGeom prst="rect">
              <a:avLst/>
            </a:prstGeom>
          </p:spPr>
        </p:pic>
        <p:sp>
          <p:nvSpPr>
            <p:cNvPr id="11" name="Rectangle 59">
              <a:extLst>
                <a:ext uri="{FF2B5EF4-FFF2-40B4-BE49-F238E27FC236}">
                  <a16:creationId xmlns:a16="http://schemas.microsoft.com/office/drawing/2014/main" id="{246EFA24-993C-133F-A14E-2974ED335827}"/>
                </a:ext>
              </a:extLst>
            </p:cNvPr>
            <p:cNvSpPr/>
            <p:nvPr/>
          </p:nvSpPr>
          <p:spPr>
            <a:xfrm>
              <a:off x="5247319" y="4498914"/>
              <a:ext cx="1232856" cy="6861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lang="en-US" sz="2224"/>
            </a:p>
          </p:txBody>
        </p:sp>
        <p:pic>
          <p:nvPicPr>
            <p:cNvPr id="12" name="Picture 58">
              <a:extLst>
                <a:ext uri="{FF2B5EF4-FFF2-40B4-BE49-F238E27FC236}">
                  <a16:creationId xmlns:a16="http://schemas.microsoft.com/office/drawing/2014/main" id="{7F7A114E-18BC-5CA2-2C16-A285FAC57A30}"/>
                </a:ext>
              </a:extLst>
            </p:cNvPr>
            <p:cNvPicPr>
              <a:picLocks noChangeAspect="1"/>
            </p:cNvPicPr>
            <p:nvPr/>
          </p:nvPicPr>
          <p:blipFill>
            <a:blip r:embed="rId6"/>
            <a:srcRect l="9272" t="1213" b="-1"/>
            <a:stretch/>
          </p:blipFill>
          <p:spPr>
            <a:xfrm>
              <a:off x="5360977" y="4497493"/>
              <a:ext cx="1022879" cy="687527"/>
            </a:xfrm>
            <a:prstGeom prst="rect">
              <a:avLst/>
            </a:prstGeom>
          </p:spPr>
        </p:pic>
      </p:grpSp>
      <p:pic>
        <p:nvPicPr>
          <p:cNvPr id="13" name="Picture 52">
            <a:extLst>
              <a:ext uri="{FF2B5EF4-FFF2-40B4-BE49-F238E27FC236}">
                <a16:creationId xmlns:a16="http://schemas.microsoft.com/office/drawing/2014/main" id="{EEFCB6B5-3505-B6AD-5B12-158FB60AF4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86314" y="4576495"/>
            <a:ext cx="1540396" cy="866473"/>
          </a:xfrm>
          <a:prstGeom prst="rect">
            <a:avLst/>
          </a:prstGeom>
        </p:spPr>
      </p:pic>
      <p:sp>
        <p:nvSpPr>
          <p:cNvPr id="14" name="TextBox 1044">
            <a:extLst>
              <a:ext uri="{FF2B5EF4-FFF2-40B4-BE49-F238E27FC236}">
                <a16:creationId xmlns:a16="http://schemas.microsoft.com/office/drawing/2014/main" id="{1A5189E1-8F07-2053-E162-B0FC3AD7CDBA}"/>
              </a:ext>
            </a:extLst>
          </p:cNvPr>
          <p:cNvSpPr txBox="1"/>
          <p:nvPr/>
        </p:nvSpPr>
        <p:spPr>
          <a:xfrm>
            <a:off x="8438984" y="2177904"/>
            <a:ext cx="3551916" cy="410474"/>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a:t>AUTOSAR configuration and code generation tool</a:t>
            </a:r>
          </a:p>
        </p:txBody>
      </p:sp>
      <p:sp>
        <p:nvSpPr>
          <p:cNvPr id="15" name="TextBox 1044">
            <a:extLst>
              <a:ext uri="{FF2B5EF4-FFF2-40B4-BE49-F238E27FC236}">
                <a16:creationId xmlns:a16="http://schemas.microsoft.com/office/drawing/2014/main" id="{1F8173C9-59E3-6166-394D-C4E9C53C98AA}"/>
              </a:ext>
            </a:extLst>
          </p:cNvPr>
          <p:cNvSpPr txBox="1"/>
          <p:nvPr/>
        </p:nvSpPr>
        <p:spPr>
          <a:xfrm>
            <a:off x="8438984" y="3320240"/>
            <a:ext cx="3551916" cy="615712"/>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a:t>AUTOSAR Modules (RTA-BSW, -OS, and -RTE)</a:t>
            </a:r>
          </a:p>
          <a:p>
            <a:pPr>
              <a:defRPr/>
            </a:pPr>
            <a:endParaRPr lang="en-US" sz="1334"/>
          </a:p>
        </p:txBody>
      </p:sp>
      <p:sp>
        <p:nvSpPr>
          <p:cNvPr id="16" name="TextBox 1044">
            <a:extLst>
              <a:ext uri="{FF2B5EF4-FFF2-40B4-BE49-F238E27FC236}">
                <a16:creationId xmlns:a16="http://schemas.microsoft.com/office/drawing/2014/main" id="{7B543564-93C4-BEC8-F8F7-DF05491A1DCF}"/>
              </a:ext>
            </a:extLst>
          </p:cNvPr>
          <p:cNvSpPr txBox="1"/>
          <p:nvPr/>
        </p:nvSpPr>
        <p:spPr>
          <a:xfrm>
            <a:off x="8438984" y="4462576"/>
            <a:ext cx="3551916" cy="615712"/>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a:t>Hardware Security Module (HSM) firmware and/or software-based cryptographic library  </a:t>
            </a:r>
          </a:p>
          <a:p>
            <a:pPr>
              <a:defRPr/>
            </a:pPr>
            <a:endParaRPr lang="en-US" sz="1334"/>
          </a:p>
        </p:txBody>
      </p:sp>
      <p:sp>
        <p:nvSpPr>
          <p:cNvPr id="17" name="TextBox 1044">
            <a:extLst>
              <a:ext uri="{FF2B5EF4-FFF2-40B4-BE49-F238E27FC236}">
                <a16:creationId xmlns:a16="http://schemas.microsoft.com/office/drawing/2014/main" id="{72CBAB42-C029-EE02-0A58-45DE4756D576}"/>
              </a:ext>
            </a:extLst>
          </p:cNvPr>
          <p:cNvSpPr txBox="1"/>
          <p:nvPr/>
        </p:nvSpPr>
        <p:spPr>
          <a:xfrm>
            <a:off x="8438983" y="5604912"/>
            <a:ext cx="3552914" cy="1026186"/>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a:t>Add-on components for specific use cases (e.g. additional protocol stacks, hypervisors, functional safety, charge communication stack)</a:t>
            </a:r>
          </a:p>
          <a:p>
            <a:pPr>
              <a:defRPr/>
            </a:pPr>
            <a:r>
              <a:rPr lang="en-US" sz="1334"/>
              <a:t>OEM-specific solutions including Flash Bootloader (FBLs), custom modules, etc.</a:t>
            </a:r>
          </a:p>
        </p:txBody>
      </p:sp>
      <p:sp>
        <p:nvSpPr>
          <p:cNvPr id="18" name="TextBox 1044">
            <a:extLst>
              <a:ext uri="{FF2B5EF4-FFF2-40B4-BE49-F238E27FC236}">
                <a16:creationId xmlns:a16="http://schemas.microsoft.com/office/drawing/2014/main" id="{5BEA6FD6-BBBD-C926-4D7A-E2A6E7C997A2}"/>
              </a:ext>
            </a:extLst>
          </p:cNvPr>
          <p:cNvSpPr txBox="1"/>
          <p:nvPr/>
        </p:nvSpPr>
        <p:spPr>
          <a:xfrm>
            <a:off x="5532759" y="2177904"/>
            <a:ext cx="1344750" cy="205237"/>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b="1">
                <a:solidFill>
                  <a:schemeClr val="accent5"/>
                </a:solidFill>
              </a:rPr>
              <a:t>ISOLAR A/B</a:t>
            </a:r>
          </a:p>
        </p:txBody>
      </p:sp>
      <p:sp>
        <p:nvSpPr>
          <p:cNvPr id="20" name="TextBox 1044">
            <a:extLst>
              <a:ext uri="{FF2B5EF4-FFF2-40B4-BE49-F238E27FC236}">
                <a16:creationId xmlns:a16="http://schemas.microsoft.com/office/drawing/2014/main" id="{356269A3-0645-17DC-C024-370B9CC5417A}"/>
              </a:ext>
            </a:extLst>
          </p:cNvPr>
          <p:cNvSpPr txBox="1"/>
          <p:nvPr/>
        </p:nvSpPr>
        <p:spPr>
          <a:xfrm>
            <a:off x="5532757" y="3320240"/>
            <a:ext cx="1540395" cy="410474"/>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b="1">
                <a:solidFill>
                  <a:schemeClr val="accent5"/>
                </a:solidFill>
              </a:rPr>
              <a:t>RTA Code Generator Tools</a:t>
            </a:r>
          </a:p>
        </p:txBody>
      </p:sp>
      <p:sp>
        <p:nvSpPr>
          <p:cNvPr id="21" name="TextBox 1044">
            <a:extLst>
              <a:ext uri="{FF2B5EF4-FFF2-40B4-BE49-F238E27FC236}">
                <a16:creationId xmlns:a16="http://schemas.microsoft.com/office/drawing/2014/main" id="{E52D2DB9-BA97-97BB-1548-D2E0C8C0A43D}"/>
              </a:ext>
            </a:extLst>
          </p:cNvPr>
          <p:cNvSpPr txBox="1"/>
          <p:nvPr/>
        </p:nvSpPr>
        <p:spPr>
          <a:xfrm>
            <a:off x="5532757" y="4462576"/>
            <a:ext cx="1500386" cy="205237"/>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b="1">
                <a:solidFill>
                  <a:schemeClr val="accent5"/>
                </a:solidFill>
              </a:rPr>
              <a:t>Security </a:t>
            </a:r>
          </a:p>
        </p:txBody>
      </p:sp>
      <p:sp>
        <p:nvSpPr>
          <p:cNvPr id="22" name="TextBox 1044">
            <a:extLst>
              <a:ext uri="{FF2B5EF4-FFF2-40B4-BE49-F238E27FC236}">
                <a16:creationId xmlns:a16="http://schemas.microsoft.com/office/drawing/2014/main" id="{ED1BBC8D-230D-D580-8352-B0D6C891C5D0}"/>
              </a:ext>
            </a:extLst>
          </p:cNvPr>
          <p:cNvSpPr txBox="1"/>
          <p:nvPr/>
        </p:nvSpPr>
        <p:spPr>
          <a:xfrm>
            <a:off x="5532757" y="5604912"/>
            <a:ext cx="1500386" cy="820949"/>
          </a:xfrm>
          <a:prstGeom prst="rect">
            <a:avLst/>
          </a:prstGeom>
          <a:noFill/>
        </p:spPr>
        <p:txBody>
          <a:bodyPr wrap="square" lIns="0" tIns="0" rIns="0" bIns="0">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defRPr/>
            </a:pPr>
            <a:r>
              <a:rPr lang="en-US" sz="1334" b="1">
                <a:solidFill>
                  <a:schemeClr val="accent5"/>
                </a:solidFill>
              </a:rPr>
              <a:t>Add-on Components</a:t>
            </a:r>
          </a:p>
          <a:p>
            <a:pPr>
              <a:defRPr/>
            </a:pPr>
            <a:r>
              <a:rPr lang="en-US" sz="1334" b="1">
                <a:solidFill>
                  <a:schemeClr val="accent5"/>
                </a:solidFill>
              </a:rPr>
              <a:t>&amp; OEMs Extensions</a:t>
            </a:r>
          </a:p>
        </p:txBody>
      </p:sp>
      <p:cxnSp>
        <p:nvCxnSpPr>
          <p:cNvPr id="23" name="Gerader Verbinder 28">
            <a:extLst>
              <a:ext uri="{FF2B5EF4-FFF2-40B4-BE49-F238E27FC236}">
                <a16:creationId xmlns:a16="http://schemas.microsoft.com/office/drawing/2014/main" id="{91FAFFF5-1F5C-7320-B8FC-02DC84DCEA4F}"/>
              </a:ext>
            </a:extLst>
          </p:cNvPr>
          <p:cNvCxnSpPr>
            <a:cxnSpLocks/>
          </p:cNvCxnSpPr>
          <p:nvPr/>
        </p:nvCxnSpPr>
        <p:spPr>
          <a:xfrm>
            <a:off x="5532757" y="3262165"/>
            <a:ext cx="6445825" cy="0"/>
          </a:xfrm>
          <a:prstGeom prst="line">
            <a:avLst/>
          </a:prstGeom>
          <a:ln w="12700" cap="rnd">
            <a:solidFill>
              <a:srgbClr val="BDC1C5"/>
            </a:solidFill>
          </a:ln>
        </p:spPr>
        <p:style>
          <a:lnRef idx="1">
            <a:schemeClr val="accent1"/>
          </a:lnRef>
          <a:fillRef idx="0">
            <a:schemeClr val="accent1"/>
          </a:fillRef>
          <a:effectRef idx="0">
            <a:schemeClr val="accent1"/>
          </a:effectRef>
          <a:fontRef idx="minor">
            <a:schemeClr val="tx1"/>
          </a:fontRef>
        </p:style>
      </p:cxnSp>
      <p:cxnSp>
        <p:nvCxnSpPr>
          <p:cNvPr id="24" name="Gerader Verbinder 29">
            <a:extLst>
              <a:ext uri="{FF2B5EF4-FFF2-40B4-BE49-F238E27FC236}">
                <a16:creationId xmlns:a16="http://schemas.microsoft.com/office/drawing/2014/main" id="{41E3FB75-324E-A19F-5A71-08316F231276}"/>
              </a:ext>
            </a:extLst>
          </p:cNvPr>
          <p:cNvCxnSpPr>
            <a:cxnSpLocks/>
          </p:cNvCxnSpPr>
          <p:nvPr/>
        </p:nvCxnSpPr>
        <p:spPr>
          <a:xfrm>
            <a:off x="5532924" y="4404501"/>
            <a:ext cx="6445658" cy="0"/>
          </a:xfrm>
          <a:prstGeom prst="line">
            <a:avLst/>
          </a:prstGeom>
          <a:ln w="12700" cap="rnd">
            <a:solidFill>
              <a:srgbClr val="BDC1C5"/>
            </a:solidFill>
          </a:ln>
        </p:spPr>
        <p:style>
          <a:lnRef idx="1">
            <a:schemeClr val="accent1"/>
          </a:lnRef>
          <a:fillRef idx="0">
            <a:schemeClr val="accent1"/>
          </a:fillRef>
          <a:effectRef idx="0">
            <a:schemeClr val="accent1"/>
          </a:effectRef>
          <a:fontRef idx="minor">
            <a:schemeClr val="tx1"/>
          </a:fontRef>
        </p:style>
      </p:cxnSp>
      <p:cxnSp>
        <p:nvCxnSpPr>
          <p:cNvPr id="25" name="Gerader Verbinder 30">
            <a:extLst>
              <a:ext uri="{FF2B5EF4-FFF2-40B4-BE49-F238E27FC236}">
                <a16:creationId xmlns:a16="http://schemas.microsoft.com/office/drawing/2014/main" id="{539A0B08-EEF2-50D0-CB31-9609BD098A31}"/>
              </a:ext>
            </a:extLst>
          </p:cNvPr>
          <p:cNvCxnSpPr>
            <a:cxnSpLocks/>
          </p:cNvCxnSpPr>
          <p:nvPr/>
        </p:nvCxnSpPr>
        <p:spPr>
          <a:xfrm>
            <a:off x="5532924" y="5546837"/>
            <a:ext cx="6445658" cy="0"/>
          </a:xfrm>
          <a:prstGeom prst="line">
            <a:avLst/>
          </a:prstGeom>
          <a:ln w="12700" cap="rnd">
            <a:solidFill>
              <a:srgbClr val="BDC1C5"/>
            </a:solidFill>
          </a:ln>
        </p:spPr>
        <p:style>
          <a:lnRef idx="1">
            <a:schemeClr val="accent1"/>
          </a:lnRef>
          <a:fillRef idx="0">
            <a:schemeClr val="accent1"/>
          </a:fillRef>
          <a:effectRef idx="0">
            <a:schemeClr val="accent1"/>
          </a:effectRef>
          <a:fontRef idx="minor">
            <a:schemeClr val="tx1"/>
          </a:fontRef>
        </p:style>
      </p:cxnSp>
      <p:cxnSp>
        <p:nvCxnSpPr>
          <p:cNvPr id="26" name="Gerader Verbinder 32">
            <a:extLst>
              <a:ext uri="{FF2B5EF4-FFF2-40B4-BE49-F238E27FC236}">
                <a16:creationId xmlns:a16="http://schemas.microsoft.com/office/drawing/2014/main" id="{51BB5504-3183-1896-3ED3-A05E473F6664}"/>
              </a:ext>
            </a:extLst>
          </p:cNvPr>
          <p:cNvCxnSpPr>
            <a:cxnSpLocks/>
          </p:cNvCxnSpPr>
          <p:nvPr/>
        </p:nvCxnSpPr>
        <p:spPr>
          <a:xfrm>
            <a:off x="5532757" y="2119829"/>
            <a:ext cx="6445825" cy="0"/>
          </a:xfrm>
          <a:prstGeom prst="line">
            <a:avLst/>
          </a:prstGeom>
          <a:ln w="12700" cap="rnd">
            <a:solidFill>
              <a:srgbClr val="BDC1C5"/>
            </a:solidFill>
          </a:ln>
        </p:spPr>
        <p:style>
          <a:lnRef idx="1">
            <a:schemeClr val="accent1"/>
          </a:lnRef>
          <a:fillRef idx="0">
            <a:schemeClr val="accent1"/>
          </a:fillRef>
          <a:effectRef idx="0">
            <a:schemeClr val="accent1"/>
          </a:effectRef>
          <a:fontRef idx="minor">
            <a:schemeClr val="tx1"/>
          </a:fontRef>
        </p:style>
      </p:cxnSp>
      <p:cxnSp>
        <p:nvCxnSpPr>
          <p:cNvPr id="27" name="Gerader Verbinder 33">
            <a:extLst>
              <a:ext uri="{FF2B5EF4-FFF2-40B4-BE49-F238E27FC236}">
                <a16:creationId xmlns:a16="http://schemas.microsoft.com/office/drawing/2014/main" id="{40BD8798-38CC-46D6-0C21-0B4DA7081B54}"/>
              </a:ext>
            </a:extLst>
          </p:cNvPr>
          <p:cNvCxnSpPr>
            <a:cxnSpLocks/>
          </p:cNvCxnSpPr>
          <p:nvPr/>
        </p:nvCxnSpPr>
        <p:spPr>
          <a:xfrm>
            <a:off x="5532924" y="6894409"/>
            <a:ext cx="6445825" cy="0"/>
          </a:xfrm>
          <a:prstGeom prst="line">
            <a:avLst/>
          </a:prstGeom>
          <a:ln w="12700" cap="rnd">
            <a:solidFill>
              <a:srgbClr val="BDC1C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2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a:extLst>
            <a:ext uri="{FF2B5EF4-FFF2-40B4-BE49-F238E27FC236}">
              <a16:creationId xmlns:a16="http://schemas.microsoft.com/office/drawing/2014/main" id="{D5102FD9-A19B-90E4-24B6-B18D30BDE6AF}"/>
            </a:ext>
          </a:extLst>
        </p:cNvPr>
        <p:cNvGrpSpPr/>
        <p:nvPr/>
      </p:nvGrpSpPr>
      <p:grpSpPr>
        <a:xfrm>
          <a:off x="0" y="0"/>
          <a:ext cx="0" cy="0"/>
          <a:chOff x="0" y="0"/>
          <a:chExt cx="0" cy="0"/>
        </a:xfrm>
      </p:grpSpPr>
      <p:sp>
        <p:nvSpPr>
          <p:cNvPr id="10" name="Section Label">
            <a:extLst>
              <a:ext uri="{FF2B5EF4-FFF2-40B4-BE49-F238E27FC236}">
                <a16:creationId xmlns:a16="http://schemas.microsoft.com/office/drawing/2014/main" id="{86909A60-5EA6-FF20-366B-3A59D8ADC788}"/>
              </a:ext>
            </a:extLst>
          </p:cNvPr>
          <p:cNvSpPr/>
          <p:nvPr/>
        </p:nvSpPr>
        <p:spPr>
          <a:xfrm>
            <a:off x="914400" y="2286000"/>
            <a:ext cx="6000000" cy="400000"/>
          </a:xfrm>
          <a:prstGeom prst="rect">
            <a:avLst/>
          </a:prstGeom>
        </p:spPr>
        <p:txBody>
          <a:bodyPr wrap="square" lIns="91440" tIns="45720" rIns="91440" bIns="45720" anchor="t">
            <a:noAutofit/>
          </a:bodyPr>
          <a:lstStyle/>
          <a:p>
            <a:r>
              <a:rPr lang="en-US" sz="1600" b="1" spc="200" dirty="0">
                <a:solidFill>
                  <a:srgbClr val="E50000"/>
                </a:solidFill>
                <a:latin typeface="Eurostile"/>
              </a:rPr>
              <a:t>SECTION 06</a:t>
            </a:r>
          </a:p>
        </p:txBody>
      </p:sp>
      <p:sp>
        <p:nvSpPr>
          <p:cNvPr id="11" name="Section Title">
            <a:extLst>
              <a:ext uri="{FF2B5EF4-FFF2-40B4-BE49-F238E27FC236}">
                <a16:creationId xmlns:a16="http://schemas.microsoft.com/office/drawing/2014/main" id="{5527169D-93C9-5B50-211E-E0D3C069C878}"/>
              </a:ext>
            </a:extLst>
          </p:cNvPr>
          <p:cNvSpPr/>
          <p:nvPr/>
        </p:nvSpPr>
        <p:spPr>
          <a:xfrm>
            <a:off x="914400" y="2743200"/>
            <a:ext cx="10363200" cy="1500000"/>
          </a:xfrm>
          <a:prstGeom prst="rect">
            <a:avLst/>
          </a:prstGeom>
        </p:spPr>
        <p:txBody>
          <a:bodyPr wrap="square" lIns="91440" tIns="45720" rIns="91440" bIns="45720" anchor="t">
            <a:noAutofit/>
          </a:bodyPr>
          <a:lstStyle/>
          <a:p>
            <a:r>
              <a:rPr lang="en-US" sz="3600" dirty="0">
                <a:solidFill>
                  <a:srgbClr val="FFFFFF"/>
                </a:solidFill>
                <a:latin typeface="Arial"/>
                <a:cs typeface="Arial"/>
              </a:rPr>
              <a:t>Key Takeaways  </a:t>
            </a:r>
            <a:endParaRPr lang="en-US" dirty="0"/>
          </a:p>
        </p:txBody>
      </p:sp>
      <p:sp>
        <p:nvSpPr>
          <p:cNvPr id="12" name="Section Subtitle">
            <a:extLst>
              <a:ext uri="{FF2B5EF4-FFF2-40B4-BE49-F238E27FC236}">
                <a16:creationId xmlns:a16="http://schemas.microsoft.com/office/drawing/2014/main" id="{F89CA0BF-AC8F-5E9C-4DBE-F651A6E0BF0E}"/>
              </a:ext>
            </a:extLst>
          </p:cNvPr>
          <p:cNvSpPr/>
          <p:nvPr/>
        </p:nvSpPr>
        <p:spPr>
          <a:xfrm>
            <a:off x="914400" y="4267200"/>
            <a:ext cx="8500000" cy="500000"/>
          </a:xfrm>
          <a:prstGeom prst="rect">
            <a:avLst/>
          </a:prstGeom>
        </p:spPr>
        <p:txBody>
          <a:bodyPr wrap="square" lIns="91440" tIns="45720" rIns="91440" bIns="45720" anchor="t">
            <a:noAutofit/>
          </a:bodyPr>
          <a:lstStyle/>
          <a:p>
            <a:r>
              <a:rPr lang="en-US" sz="2400" dirty="0">
                <a:solidFill>
                  <a:srgbClr val="FFFFFF"/>
                </a:solidFill>
                <a:latin typeface="Arial"/>
                <a:cs typeface="Arial"/>
              </a:rPr>
              <a:t>Efficient AUTOSAR Solution </a:t>
            </a:r>
            <a:endParaRPr lang="en-US" dirty="0"/>
          </a:p>
          <a:p>
            <a:endParaRPr lang="en-US" sz="1800" dirty="0">
              <a:solidFill>
                <a:srgbClr val="CADCFC"/>
              </a:solidFill>
              <a:latin typeface="Eurostile"/>
            </a:endParaRPr>
          </a:p>
        </p:txBody>
      </p:sp>
      <p:cxnSp>
        <p:nvCxnSpPr>
          <p:cNvPr id="13" name="Accent Line">
            <a:extLst>
              <a:ext uri="{FF2B5EF4-FFF2-40B4-BE49-F238E27FC236}">
                <a16:creationId xmlns:a16="http://schemas.microsoft.com/office/drawing/2014/main" id="{B7D6B427-6D2F-4899-4C2E-0647FB17B444}"/>
              </a:ext>
            </a:extLst>
          </p:cNvPr>
          <p:cNvCxnSpPr/>
          <p:nvPr/>
        </p:nvCxnSpPr>
        <p:spPr>
          <a:xfrm>
            <a:off x="914400" y="1828800"/>
            <a:ext cx="914400" cy="0"/>
          </a:xfrm>
          <a:prstGeom prst="line">
            <a:avLst/>
          </a:prstGeom>
          <a:ln w="38100">
            <a:solidFill>
              <a:srgbClr val="E50000"/>
            </a:solidFill>
          </a:ln>
        </p:spPr>
      </p:cxnSp>
      <p:sp>
        <p:nvSpPr>
          <p:cNvPr id="80" name="Wordmark">
            <a:extLst>
              <a:ext uri="{FF2B5EF4-FFF2-40B4-BE49-F238E27FC236}">
                <a16:creationId xmlns:a16="http://schemas.microsoft.com/office/drawing/2014/main" id="{D5F75C71-308F-20F1-73FE-915E51C17612}"/>
              </a:ext>
            </a:extLst>
          </p:cNvPr>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a:extLst>
              <a:ext uri="{FF2B5EF4-FFF2-40B4-BE49-F238E27FC236}">
                <a16:creationId xmlns:a16="http://schemas.microsoft.com/office/drawing/2014/main" id="{7111FB7E-4578-4DA7-2676-0EF00E511522}"/>
              </a:ext>
            </a:extLst>
          </p:cNvPr>
          <p:cNvSpPr/>
          <p:nvPr/>
        </p:nvSpPr>
        <p:spPr>
          <a:xfrm>
            <a:off x="914400" y="6480810"/>
            <a:ext cx="900000" cy="300000"/>
          </a:xfrm>
          <a:prstGeom prst="rect">
            <a:avLst/>
          </a:prstGeom>
        </p:spPr>
        <p:txBody>
          <a:bodyPr/>
          <a:lstStyle/>
          <a:p>
            <a:fld id="{CF52B9C1-502B-0743-A000-5B48F70CA477}" type="slidenum">
              <a:rPr lang="en-US" sz="1200" smtClean="0">
                <a:solidFill>
                  <a:srgbClr val="8FA3BF"/>
                </a:solidFill>
                <a:latin typeface="Eurostile"/>
              </a:rPr>
              <a:t>23</a:t>
            </a:fld>
            <a:endParaRPr lang="en-US" sz="1200">
              <a:solidFill>
                <a:srgbClr val="8FA3BF"/>
              </a:solidFill>
              <a:latin typeface="Eurostile"/>
            </a:endParaRPr>
          </a:p>
        </p:txBody>
      </p:sp>
    </p:spTree>
    <p:extLst>
      <p:ext uri="{BB962C8B-B14F-4D97-AF65-F5344CB8AC3E}">
        <p14:creationId xmlns:p14="http://schemas.microsoft.com/office/powerpoint/2010/main" val="1162112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6" y="111"/>
            <a:ext cx="12191608" cy="6857779"/>
          </a:xfrm>
          <a:prstGeom prst="rect">
            <a:avLst/>
          </a:prstGeom>
        </p:spPr>
      </p:pic>
      <p:sp>
        <p:nvSpPr>
          <p:cNvPr id="4" name="Rounded Rectangle 3"/>
          <p:cNvSpPr/>
          <p:nvPr/>
        </p:nvSpPr>
        <p:spPr>
          <a:xfrm>
            <a:off x="381185" y="1114499"/>
            <a:ext cx="5600519" cy="4819495"/>
          </a:xfrm>
          <a:prstGeom prst="roundRect">
            <a:avLst>
              <a:gd name="adj" fmla="val 316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5" name="Rounded Rectangle 4"/>
          <p:cNvSpPr/>
          <p:nvPr/>
        </p:nvSpPr>
        <p:spPr>
          <a:xfrm>
            <a:off x="6210297" y="1114499"/>
            <a:ext cx="5600519" cy="4819495"/>
          </a:xfrm>
          <a:prstGeom prst="roundRect">
            <a:avLst>
              <a:gd name="adj" fmla="val 316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6" name="Rounded Rectangle 5"/>
          <p:cNvSpPr/>
          <p:nvPr/>
        </p:nvSpPr>
        <p:spPr>
          <a:xfrm>
            <a:off x="619302" y="4972001"/>
            <a:ext cx="5124286" cy="723876"/>
          </a:xfrm>
          <a:prstGeom prst="roundRect">
            <a:avLst>
              <a:gd name="adj" fmla="val 15789"/>
            </a:avLst>
          </a:prstGeom>
          <a:solidFill>
            <a:srgbClr val="ECFDF5">
              <a:alpha val="50000"/>
            </a:srgbClr>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7" name="Rounded Rectangle 6"/>
          <p:cNvSpPr/>
          <p:nvPr/>
        </p:nvSpPr>
        <p:spPr>
          <a:xfrm>
            <a:off x="619302" y="1352617"/>
            <a:ext cx="304791" cy="304791"/>
          </a:xfrm>
          <a:prstGeom prst="roundRect">
            <a:avLst>
              <a:gd name="adj" fmla="val 25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endParaRPr sz="1799"/>
          </a:p>
        </p:txBody>
      </p:sp>
      <p:sp>
        <p:nvSpPr>
          <p:cNvPr id="8" name="TextBox 7"/>
          <p:cNvSpPr txBox="1"/>
          <p:nvPr/>
        </p:nvSpPr>
        <p:spPr>
          <a:xfrm>
            <a:off x="381184" y="381098"/>
            <a:ext cx="7073013" cy="352789"/>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ts val="2700"/>
              </a:lnSpc>
              <a:spcBef>
                <a:spcPts val="1000"/>
              </a:spcBef>
              <a:buClr>
                <a:srgbClr val="000000"/>
              </a:buClr>
              <a:buSzPct val="100000"/>
            </a:pPr>
            <a:r>
              <a:rPr sz="2800" dirty="0">
                <a:solidFill>
                  <a:srgbClr val="164293"/>
                </a:solidFill>
                <a:latin typeface="Arial"/>
                <a:cs typeface="Arial"/>
              </a:rPr>
              <a:t>Right-Sizing: Strategic Takeaways</a:t>
            </a:r>
          </a:p>
        </p:txBody>
      </p:sp>
      <p:sp>
        <p:nvSpPr>
          <p:cNvPr id="13" name="TextBox 12"/>
          <p:cNvSpPr txBox="1"/>
          <p:nvPr/>
        </p:nvSpPr>
        <p:spPr>
          <a:xfrm>
            <a:off x="6448414" y="1352617"/>
            <a:ext cx="5380499" cy="24885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099"/>
              </a:lnSpc>
            </a:pPr>
            <a:r>
              <a:rPr sz="1350" b="1" dirty="0">
                <a:solidFill>
                  <a:srgbClr val="1E293B"/>
                </a:solidFill>
              </a:rPr>
              <a:t>The Path to Success</a:t>
            </a:r>
          </a:p>
        </p:txBody>
      </p:sp>
      <p:sp>
        <p:nvSpPr>
          <p:cNvPr id="14" name="TextBox 13"/>
          <p:cNvSpPr txBox="1"/>
          <p:nvPr/>
        </p:nvSpPr>
        <p:spPr>
          <a:xfrm>
            <a:off x="619302" y="1809802"/>
            <a:ext cx="5124286" cy="1100366"/>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The assumption that Classic AUTOSAR requires massive, multi-megabyte microcontrollers is outdated.</a:t>
            </a:r>
          </a:p>
        </p:txBody>
      </p:sp>
      <p:sp>
        <p:nvSpPr>
          <p:cNvPr id="15" name="TextBox 14"/>
          <p:cNvSpPr txBox="1"/>
          <p:nvPr/>
        </p:nvSpPr>
        <p:spPr>
          <a:xfrm>
            <a:off x="619301" y="2974728"/>
            <a:ext cx="5124286" cy="1853392"/>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marL="190550" indent="-190550" defTabSz="695153">
              <a:lnSpc>
                <a:spcPct val="110000"/>
              </a:lnSpc>
              <a:buClr>
                <a:srgbClr val="000000"/>
              </a:buClr>
              <a:buSzPct val="100000"/>
              <a:buFont typeface="Arial" panose="020B0604020202020204" pitchFamily="34" charset="0"/>
              <a:buChar char="–"/>
            </a:pPr>
            <a:r>
              <a:rPr sz="2224" kern="200" dirty="0">
                <a:solidFill>
                  <a:srgbClr val="000000"/>
                </a:solidFill>
              </a:rPr>
              <a:t>When configured carefully and backed by an optimizing platform like ETAS RTA-CAR, standard-compliant AUTOSAR easily fits into highly cost-effective, smaller devices.</a:t>
            </a:r>
          </a:p>
        </p:txBody>
      </p:sp>
      <p:sp>
        <p:nvSpPr>
          <p:cNvPr id="16" name="TextBox 15"/>
          <p:cNvSpPr txBox="1"/>
          <p:nvPr/>
        </p:nvSpPr>
        <p:spPr>
          <a:xfrm>
            <a:off x="2516139" y="5190130"/>
            <a:ext cx="1330608" cy="143808"/>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lnSpc>
                <a:spcPts val="1200"/>
              </a:lnSpc>
            </a:pPr>
            <a:r>
              <a:rPr sz="900" b="1" dirty="0">
                <a:solidFill>
                  <a:srgbClr val="64748B"/>
                </a:solidFill>
              </a:rPr>
              <a:t>Key Business Value</a:t>
            </a:r>
          </a:p>
        </p:txBody>
      </p:sp>
      <p:sp>
        <p:nvSpPr>
          <p:cNvPr id="17" name="TextBox 16"/>
          <p:cNvSpPr txBox="1"/>
          <p:nvPr/>
        </p:nvSpPr>
        <p:spPr>
          <a:xfrm>
            <a:off x="743122" y="5343464"/>
            <a:ext cx="4876643" cy="211651"/>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gn="ctr">
              <a:lnSpc>
                <a:spcPts val="1799"/>
              </a:lnSpc>
            </a:pPr>
            <a:r>
              <a:rPr sz="1200" b="1" dirty="0">
                <a:solidFill>
                  <a:srgbClr val="1E293B"/>
                </a:solidFill>
              </a:rPr>
              <a:t>High Standards • Compact Footprint • Lower Unit Cost</a:t>
            </a:r>
          </a:p>
        </p:txBody>
      </p:sp>
      <p:sp>
        <p:nvSpPr>
          <p:cNvPr id="18" name="TextBox 17"/>
          <p:cNvSpPr txBox="1"/>
          <p:nvPr/>
        </p:nvSpPr>
        <p:spPr>
          <a:xfrm>
            <a:off x="1038388" y="1371666"/>
            <a:ext cx="1700157" cy="253910"/>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2099"/>
              </a:lnSpc>
            </a:pPr>
            <a:r>
              <a:rPr sz="1500" b="1" dirty="0">
                <a:solidFill>
                  <a:srgbClr val="065F46"/>
                </a:solidFill>
              </a:rPr>
              <a:t>AUTOSAR Can Fit</a:t>
            </a:r>
          </a:p>
        </p:txBody>
      </p:sp>
      <p:sp>
        <p:nvSpPr>
          <p:cNvPr id="19" name="TextBox 18"/>
          <p:cNvSpPr txBox="1"/>
          <p:nvPr/>
        </p:nvSpPr>
        <p:spPr>
          <a:xfrm>
            <a:off x="6657957" y="1816169"/>
            <a:ext cx="4914742" cy="810671"/>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defTabSz="695153">
              <a:lnSpc>
                <a:spcPct val="110000"/>
              </a:lnSpc>
              <a:buClr>
                <a:srgbClr val="000000"/>
              </a:buClr>
              <a:buSzPct val="100000"/>
            </a:pPr>
            <a:r>
              <a:rPr sz="2224" kern="200" dirty="0">
                <a:solidFill>
                  <a:srgbClr val="000000"/>
                </a:solidFill>
              </a:rPr>
              <a:t>Leverage Optimizations Early: </a:t>
            </a:r>
            <a:r>
              <a:rPr sz="1334" kern="200" dirty="0">
                <a:solidFill>
                  <a:srgbClr val="000000"/>
                </a:solidFill>
              </a:rPr>
              <a:t>Implement RTA-OS's single-stack and RTA-RTE’s </a:t>
            </a:r>
            <a:r>
              <a:rPr lang="en-US" sz="1334" kern="200" dirty="0">
                <a:solidFill>
                  <a:srgbClr val="000000"/>
                </a:solidFill>
              </a:rPr>
              <a:t>Api</a:t>
            </a:r>
            <a:r>
              <a:rPr sz="1334" kern="200" dirty="0">
                <a:solidFill>
                  <a:srgbClr val="000000"/>
                </a:solidFill>
              </a:rPr>
              <a:t> inlining right from the prototype phase.</a:t>
            </a:r>
          </a:p>
        </p:txBody>
      </p:sp>
      <p:sp>
        <p:nvSpPr>
          <p:cNvPr id="20" name="TextBox 19"/>
          <p:cNvSpPr txBox="1"/>
          <p:nvPr/>
        </p:nvSpPr>
        <p:spPr>
          <a:xfrm>
            <a:off x="6657957" y="2914226"/>
            <a:ext cx="4914742" cy="577081"/>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461"/>
              </a:lnSpc>
            </a:pPr>
            <a:r>
              <a:rPr sz="2224" kern="200" dirty="0">
                <a:solidFill>
                  <a:srgbClr val="000000"/>
                </a:solidFill>
              </a:rPr>
              <a:t>Avoid Architecture Bloat: </a:t>
            </a:r>
            <a:r>
              <a:rPr sz="1334" kern="200" dirty="0">
                <a:solidFill>
                  <a:srgbClr val="000000"/>
                </a:solidFill>
              </a:rPr>
              <a:t>Rigorously scope and disable unnecessary standard services to maintain wide hardware safety margins.</a:t>
            </a:r>
          </a:p>
        </p:txBody>
      </p:sp>
      <p:sp>
        <p:nvSpPr>
          <p:cNvPr id="21" name="TextBox 20"/>
          <p:cNvSpPr txBox="1"/>
          <p:nvPr/>
        </p:nvSpPr>
        <p:spPr>
          <a:xfrm>
            <a:off x="6657956" y="3793915"/>
            <a:ext cx="5038564" cy="577081"/>
          </a:xfrm>
          <a:prstGeom prst="rect">
            <a:avLst/>
          </a:prstGeom>
          <a:noFill/>
        </p:spPr>
        <p:txBody>
          <a:bodyPr wrap="square" lIns="0" tIns="0" rIns="0" bIns="0" anchor="t">
            <a:spAutoFit/>
          </a:bodyPr>
          <a:lstStyle>
            <a:defPPr>
              <a:defRPr lang="en-US"/>
            </a:defPPr>
            <a:lvl1pPr marL="0" algn="l" defTabSz="508132" rtl="0" eaLnBrk="1" latinLnBrk="0" hangingPunct="1">
              <a:defRPr sz="2001" kern="1200">
                <a:solidFill>
                  <a:schemeClr val="tx1"/>
                </a:solidFill>
                <a:latin typeface="+mn-lt"/>
                <a:ea typeface="+mn-ea"/>
                <a:cs typeface="+mn-cs"/>
              </a:defRPr>
            </a:lvl1pPr>
            <a:lvl2pPr marL="508132" algn="l" defTabSz="508132" rtl="0" eaLnBrk="1" latinLnBrk="0" hangingPunct="1">
              <a:defRPr sz="2001" kern="1200">
                <a:solidFill>
                  <a:schemeClr val="tx1"/>
                </a:solidFill>
                <a:latin typeface="+mn-lt"/>
                <a:ea typeface="+mn-ea"/>
                <a:cs typeface="+mn-cs"/>
              </a:defRPr>
            </a:lvl2pPr>
            <a:lvl3pPr marL="1016264" algn="l" defTabSz="508132" rtl="0" eaLnBrk="1" latinLnBrk="0" hangingPunct="1">
              <a:defRPr sz="2001" kern="1200">
                <a:solidFill>
                  <a:schemeClr val="tx1"/>
                </a:solidFill>
                <a:latin typeface="+mn-lt"/>
                <a:ea typeface="+mn-ea"/>
                <a:cs typeface="+mn-cs"/>
              </a:defRPr>
            </a:lvl3pPr>
            <a:lvl4pPr marL="1524396" algn="l" defTabSz="508132" rtl="0" eaLnBrk="1" latinLnBrk="0" hangingPunct="1">
              <a:defRPr sz="2001" kern="1200">
                <a:solidFill>
                  <a:schemeClr val="tx1"/>
                </a:solidFill>
                <a:latin typeface="+mn-lt"/>
                <a:ea typeface="+mn-ea"/>
                <a:cs typeface="+mn-cs"/>
              </a:defRPr>
            </a:lvl4pPr>
            <a:lvl5pPr marL="2032528" algn="l" defTabSz="508132" rtl="0" eaLnBrk="1" latinLnBrk="0" hangingPunct="1">
              <a:defRPr sz="2001" kern="1200">
                <a:solidFill>
                  <a:schemeClr val="tx1"/>
                </a:solidFill>
                <a:latin typeface="+mn-lt"/>
                <a:ea typeface="+mn-ea"/>
                <a:cs typeface="+mn-cs"/>
              </a:defRPr>
            </a:lvl5pPr>
            <a:lvl6pPr marL="2540660" algn="l" defTabSz="508132" rtl="0" eaLnBrk="1" latinLnBrk="0" hangingPunct="1">
              <a:defRPr sz="2001" kern="1200">
                <a:solidFill>
                  <a:schemeClr val="tx1"/>
                </a:solidFill>
                <a:latin typeface="+mn-lt"/>
                <a:ea typeface="+mn-ea"/>
                <a:cs typeface="+mn-cs"/>
              </a:defRPr>
            </a:lvl6pPr>
            <a:lvl7pPr marL="3048792" algn="l" defTabSz="508132" rtl="0" eaLnBrk="1" latinLnBrk="0" hangingPunct="1">
              <a:defRPr sz="2001" kern="1200">
                <a:solidFill>
                  <a:schemeClr val="tx1"/>
                </a:solidFill>
                <a:latin typeface="+mn-lt"/>
                <a:ea typeface="+mn-ea"/>
                <a:cs typeface="+mn-cs"/>
              </a:defRPr>
            </a:lvl7pPr>
            <a:lvl8pPr marL="3556925" algn="l" defTabSz="508132" rtl="0" eaLnBrk="1" latinLnBrk="0" hangingPunct="1">
              <a:defRPr sz="2001" kern="1200">
                <a:solidFill>
                  <a:schemeClr val="tx1"/>
                </a:solidFill>
                <a:latin typeface="+mn-lt"/>
                <a:ea typeface="+mn-ea"/>
                <a:cs typeface="+mn-cs"/>
              </a:defRPr>
            </a:lvl8pPr>
            <a:lvl9pPr marL="4065057" algn="l" defTabSz="508132" rtl="0" eaLnBrk="1" latinLnBrk="0" hangingPunct="1">
              <a:defRPr sz="2001" kern="1200">
                <a:solidFill>
                  <a:schemeClr val="tx1"/>
                </a:solidFill>
                <a:latin typeface="+mn-lt"/>
                <a:ea typeface="+mn-ea"/>
                <a:cs typeface="+mn-cs"/>
              </a:defRPr>
            </a:lvl9pPr>
          </a:lstStyle>
          <a:p>
            <a:pPr>
              <a:lnSpc>
                <a:spcPts val="1461"/>
              </a:lnSpc>
            </a:pPr>
            <a:r>
              <a:rPr sz="2224" kern="200" dirty="0">
                <a:solidFill>
                  <a:srgbClr val="000000"/>
                </a:solidFill>
              </a:rPr>
              <a:t>Deploy </a:t>
            </a:r>
            <a:r>
              <a:rPr lang="en-US" sz="2224" kern="200" dirty="0">
                <a:solidFill>
                  <a:srgbClr val="000000"/>
                </a:solidFill>
              </a:rPr>
              <a:t>AUTOSAR Kits Earlier</a:t>
            </a:r>
            <a:r>
              <a:rPr sz="2224" kern="200" dirty="0">
                <a:solidFill>
                  <a:srgbClr val="000000"/>
                </a:solidFill>
              </a:rPr>
              <a:t>: </a:t>
            </a:r>
            <a:r>
              <a:rPr sz="1334" kern="200" dirty="0">
                <a:solidFill>
                  <a:srgbClr val="000000"/>
                </a:solidFill>
              </a:rPr>
              <a:t>Start from validated footprint-optimized blueprints instead of empty, standard generic configurations.</a:t>
            </a:r>
          </a:p>
        </p:txBody>
      </p:sp>
      <p:pic>
        <p:nvPicPr>
          <p:cNvPr id="22" name="Picture 21" descr="image.png"/>
          <p:cNvPicPr>
            <a:picLocks noChangeAspect="1"/>
          </p:cNvPicPr>
          <p:nvPr/>
        </p:nvPicPr>
        <p:blipFill>
          <a:blip r:embed="rId3"/>
          <a:stretch>
            <a:fillRect/>
          </a:stretch>
        </p:blipFill>
        <p:spPr>
          <a:xfrm>
            <a:off x="695499" y="1428814"/>
            <a:ext cx="152395" cy="152395"/>
          </a:xfrm>
          <a:prstGeom prst="rect">
            <a:avLst/>
          </a:prstGeom>
        </p:spPr>
      </p:pic>
      <p:pic>
        <p:nvPicPr>
          <p:cNvPr id="23" name="Picture 22" descr="image.png"/>
          <p:cNvPicPr>
            <a:picLocks noChangeAspect="1"/>
          </p:cNvPicPr>
          <p:nvPr/>
        </p:nvPicPr>
        <p:blipFill>
          <a:blip r:embed="rId4"/>
          <a:stretch>
            <a:fillRect/>
          </a:stretch>
        </p:blipFill>
        <p:spPr>
          <a:xfrm>
            <a:off x="6448414" y="1920526"/>
            <a:ext cx="95247" cy="152395"/>
          </a:xfrm>
          <a:prstGeom prst="rect">
            <a:avLst/>
          </a:prstGeom>
        </p:spPr>
      </p:pic>
      <p:pic>
        <p:nvPicPr>
          <p:cNvPr id="24" name="Picture 23" descr="image.png"/>
          <p:cNvPicPr>
            <a:picLocks noChangeAspect="1"/>
          </p:cNvPicPr>
          <p:nvPr/>
        </p:nvPicPr>
        <p:blipFill>
          <a:blip r:embed="rId4"/>
          <a:stretch>
            <a:fillRect/>
          </a:stretch>
        </p:blipFill>
        <p:spPr>
          <a:xfrm>
            <a:off x="6448414" y="2898530"/>
            <a:ext cx="95247" cy="152395"/>
          </a:xfrm>
          <a:prstGeom prst="rect">
            <a:avLst/>
          </a:prstGeom>
        </p:spPr>
      </p:pic>
      <p:pic>
        <p:nvPicPr>
          <p:cNvPr id="25" name="Picture 24" descr="image.png"/>
          <p:cNvPicPr>
            <a:picLocks noChangeAspect="1"/>
          </p:cNvPicPr>
          <p:nvPr/>
        </p:nvPicPr>
        <p:blipFill>
          <a:blip r:embed="rId4"/>
          <a:stretch>
            <a:fillRect/>
          </a:stretch>
        </p:blipFill>
        <p:spPr>
          <a:xfrm>
            <a:off x="6448414" y="3851063"/>
            <a:ext cx="95247" cy="1523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cxnSp>
        <p:nvCxnSpPr>
          <p:cNvPr id="13" name="Accent Line"/>
          <p:cNvCxnSpPr/>
          <p:nvPr/>
        </p:nvCxnSpPr>
        <p:spPr>
          <a:xfrm>
            <a:off x="1219200" y="2286000"/>
            <a:ext cx="914400" cy="0"/>
          </a:xfrm>
          <a:prstGeom prst="line">
            <a:avLst/>
          </a:prstGeom>
          <a:ln w="38100">
            <a:solidFill>
              <a:srgbClr val="E50000"/>
            </a:solidFill>
          </a:ln>
        </p:spPr>
      </p:cxnSp>
      <p:sp>
        <p:nvSpPr>
          <p:cNvPr id="10" name="Thank You"/>
          <p:cNvSpPr/>
          <p:nvPr/>
        </p:nvSpPr>
        <p:spPr>
          <a:xfrm>
            <a:off x="1219200" y="2514600"/>
            <a:ext cx="9753600" cy="1200000"/>
          </a:xfrm>
          <a:prstGeom prst="rect">
            <a:avLst/>
          </a:prstGeom>
        </p:spPr>
        <p:txBody>
          <a:bodyPr wrap="square">
            <a:noAutofit/>
          </a:bodyPr>
          <a:lstStyle/>
          <a:p>
            <a:r>
              <a:rPr lang="en-US" sz="5400" b="1" dirty="0">
                <a:solidFill>
                  <a:srgbClr val="FFFFFF"/>
                </a:solidFill>
                <a:latin typeface="Eurostile"/>
              </a:rPr>
              <a:t>Thank You</a:t>
            </a:r>
          </a:p>
        </p:txBody>
      </p:sp>
      <p:sp>
        <p:nvSpPr>
          <p:cNvPr id="11" name="Questions"/>
          <p:cNvSpPr/>
          <p:nvPr/>
        </p:nvSpPr>
        <p:spPr>
          <a:xfrm>
            <a:off x="1219200" y="3733800"/>
            <a:ext cx="9753600" cy="500000"/>
          </a:xfrm>
          <a:prstGeom prst="rect">
            <a:avLst/>
          </a:prstGeom>
        </p:spPr>
        <p:txBody>
          <a:bodyPr wrap="square">
            <a:noAutofit/>
          </a:bodyPr>
          <a:lstStyle/>
          <a:p>
            <a:r>
              <a:rPr lang="en-US" sz="2000" dirty="0">
                <a:solidFill>
                  <a:srgbClr val="CADCFC"/>
                </a:solidFill>
                <a:latin typeface="Eurostile"/>
              </a:rPr>
              <a:t>Questions? Let’s connect.</a:t>
            </a:r>
          </a:p>
        </p:txBody>
      </p:sp>
      <p:sp>
        <p:nvSpPr>
          <p:cNvPr id="12" name="Contact Info"/>
          <p:cNvSpPr/>
          <p:nvPr/>
        </p:nvSpPr>
        <p:spPr>
          <a:xfrm>
            <a:off x="1219200" y="4419600"/>
            <a:ext cx="9753600" cy="900000"/>
          </a:xfrm>
          <a:prstGeom prst="rect">
            <a:avLst/>
          </a:prstGeom>
        </p:spPr>
        <p:txBody>
          <a:bodyPr wrap="square" lIns="91440" tIns="45720" rIns="91440" bIns="45720" anchor="t">
            <a:noAutofit/>
          </a:bodyPr>
          <a:lstStyle/>
          <a:p>
            <a:r>
              <a:rPr lang="en-US" sz="1600" b="1" dirty="0">
                <a:solidFill>
                  <a:srgbClr val="FFFFFF"/>
                </a:solidFill>
                <a:latin typeface="Eurostile"/>
              </a:rPr>
              <a:t>Omar </a:t>
            </a:r>
            <a:r>
              <a:rPr lang="en-US" sz="1600" b="1" dirty="0" err="1">
                <a:solidFill>
                  <a:srgbClr val="FFFFFF"/>
                </a:solidFill>
                <a:latin typeface="Eurostile"/>
              </a:rPr>
              <a:t>Alshabibi</a:t>
            </a:r>
            <a:endParaRPr lang="en-US" dirty="0" err="1"/>
          </a:p>
          <a:p>
            <a:r>
              <a:rPr lang="en-US" sz="1400" dirty="0">
                <a:solidFill>
                  <a:srgbClr val="8FA3BF"/>
                </a:solidFill>
                <a:latin typeface="Eurostile"/>
              </a:rPr>
              <a:t>Omar.alshabibi@etas.com  </a:t>
            </a:r>
          </a:p>
        </p:txBody>
      </p:sp>
      <p:sp>
        <p:nvSpPr>
          <p:cNvPr id="80" name="Wordmark"/>
          <p:cNvSpPr/>
          <p:nvPr/>
        </p:nvSpPr>
        <p:spPr>
          <a:xfrm>
            <a:off x="9817480" y="6400000"/>
            <a:ext cx="2100000" cy="320000"/>
          </a:xfrm>
          <a:prstGeom prst="rect">
            <a:avLst/>
          </a:prstGeom>
        </p:spPr>
        <p:txBody>
          <a:bodyPr wrap="square" anchor="ctr">
            <a:noAutofit/>
          </a:bodyPr>
          <a:lstStyle/>
          <a:p>
            <a:pPr algn="r"/>
            <a:r>
              <a:rPr lang="en-US" sz="1400" b="1" dirty="0">
                <a:solidFill>
                  <a:srgbClr val="FFFFFF"/>
                </a:solidFill>
                <a:latin typeface="Eurostile"/>
              </a:rPr>
              <a:t>ewNA26</a:t>
            </a:r>
          </a:p>
        </p:txBody>
      </p:sp>
      <p:sp>
        <p:nvSpPr>
          <p:cNvPr id="81" name="Page Number"/>
          <p:cNvSpPr/>
          <p:nvPr/>
        </p:nvSpPr>
        <p:spPr>
          <a:xfrm>
            <a:off x="914400" y="6480810"/>
            <a:ext cx="900000" cy="300000"/>
          </a:xfrm>
          <a:prstGeom prst="rect">
            <a:avLst/>
          </a:prstGeom>
        </p:spPr>
        <p:txBody>
          <a:bodyPr/>
          <a:lstStyle/>
          <a:p>
            <a:fld id="{CF52B9C1-502B-0743-A000-5B48F70CA47E}" type="slidenum">
              <a:rPr lang="en-US" sz="1200" smtClean="0">
                <a:solidFill>
                  <a:srgbClr val="8FA3BF"/>
                </a:solidFill>
                <a:latin typeface="Eurostile"/>
              </a:rPr>
              <a:t>25</a:t>
            </a:fld>
            <a:endParaRPr lang="en-US" sz="1200">
              <a:solidFill>
                <a:srgbClr val="8FA3BF"/>
              </a:solidFill>
              <a:latin typeface="Eurostile"/>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C69KZ0VrXUi3Q6_S_Kf4u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g2XsIHRa8kSpEWCExB9qp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wxfetPhij0aIpmlMDYYwT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oOt8aOHfk2taEOcN0Mt_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NfoSyRGo40.pGH0Dmhq4a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4cX0bwjcZUiqT2UVr654M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SYMORz2hwUuJRzI5yewLp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d.N1RL.b_0WE83rSZ2JF8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_LsyQfDLjEeaPx_hQg2SqA"/>
</p:tagLst>
</file>

<file path=ppt/tags/tag10.xml><?xml version="1.0" encoding="utf-8"?>
<p:tagLst xmlns:a="http://schemas.openxmlformats.org/drawingml/2006/main" xmlns:r="http://schemas.openxmlformats.org/officeDocument/2006/relationships" xmlns:p="http://schemas.openxmlformats.org/presentationml/2006/main">
  <p:tag name="SAXCONVERTED" val="2"/>
</p:tagLst>
</file>

<file path=ppt/tags/tag1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fd8VOCnxZEmWZpt9S/OkwEAAAAAAADAAAAAAADAAAABAADAAEA////////BQAAAAMAEAALHoNix9dKUkiia2ogAb631AQAAAABAAMAAAAEAAMAAAABAAQAAQD///////8FAAAABAAQAAvKVs+txfINR7YpGm7fyIb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93xU4KfFkSZZmm31L86TAREYXRhAAUAAAAAAk5hbWUADQAAAExpbmtEYXRhTGlzdAAQVmVyc2lvbgAAAAAACUxhc3RXcml0ZQA00pqjlQEAAAABAP////9hAGEAAAAFX2lkABAAAAAEHoNix9dKUkiia2ogAb631AREYXRhAAUAAAAAAk5hbWUADQAAAExpbmtEYXRhTGlzdAAQVmVyc2lvbgABAAAACUxhc3RXcml0ZQA20pqjlQEAAAACAP////9wAHAAAAAFX2lkABAAAAAEylbPrcXyDUe2KRpu38iG/QNEYXRhABYAAAACUGVyc29uYWxJZAABAAAAAAACTmFtZQALAAAAUGVyc29uYWxJZAAQVmVyc2lvbgAAAAAACUxhc3RXcml0ZQBT0p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74922919"/>
  <p:tag name="EMPOWERCHARTSPROPERTIES_B_LENGTH" val="24576"/>
  <p:tag name="RUNTIME_ID" val="a9de026e-6d86-4be6-b347-5032597c1476"/>
</p:tagLst>
</file>

<file path=ppt/tags/tag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8gsAAAAAAAAAAAAAIAD///////////////8AAAD///////////////8DAAAAAgD///////8DAAAAAgD///////8DAAAAAgD///////////////////////////////////////////////////////////////////////////////////////////////////////////////////////////////////////////////////////////////////////////////////////////////////////////////////////////////////////////////////////////////////////////////////////////////////////////////////////////////////////////////////////////////////////////////////////////////////////////////////////////////////////////////////////////////////////////////8BACAA////////////////AAAO////////AwAAAAMA////////////////////////////////////////////////////////////////////////////////////////////////////////////////////////////////////////////////////////////////////////////////////////////////////////////////////////////////////////////////////////////////////////////////////////////////////////////////////////////////////////////////////////////////////////////////////////////////////////////////////////////////////////////////////////////////////////////////////////////////////////////////////////AgADAP///////wUAAAACABAAC8zVWAlR59tMsWVTHUpS+MoEAAAAAAADAAAAAAADAAAABAADAAAAAAADAAAAAwADAAAAAAD///////8DAAIA////////BQAAAAMAEAAL8v1Yk1yN1kODCdq/IprkggQAAAABAAMAAAAEAAMAAAABAAMAAAACAP///////wQAAQD///////8FAAAABAAQAAtoq04WwzSlTpYO6+zxhYD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NVYCVHn20yxZVMdSlL4ygREYXRhAAUAAAAAAk5hbWUADQAAAExpbmtEYXRhTGlzdAAQVmVyc2lvbgAAAAAACUxhc3RXcml0ZQBX2ZqjlQEAAAABAP////9hAGEAAAAFX2lkABAAAAAE8v1Yk1yN1kODCdq/IprkggREYXRhAAUAAAAAAk5hbWUADQAAAExpbmtEYXRhTGlzdAAQVmVyc2lvbgABAAAACUxhc3RXcml0ZQBX2ZqjlQEAAAACAP////9wAHAAAAAFX2lkABAAAAAEaKtOFsM0pU6WDuvs8YWAzwNEYXRhABYAAAACUGVyc29uYWxJZAABAAAAAAACTmFtZQALAAAAUGVyc29uYWxJZAAQVmVyc2lvbgAAAAAACUxhc3RXcml0ZQBr2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DAP///////wUAAAADAP///////wUAAAADAP///////////////////////////////////////////////////////////////////////////////////////////////////////////////////////////////////////////////////////////////////////////////////////////////////////////////////////////////////////////////////////////////////////////////////////////////////////////////////////////////////////////////////////////////////////////////////////////////////////////////////////////////wEAIAH///////////////8AAA7///////8FAAAABAD///////////////////////////////////////////////////////////////////////////////////////////////////////////////////////////////////////////////////////////////////////////////////////////////////////////////////////////////////////////////////////////////////////////////////////////////////////////////////////////////////////////////////////////////////////////////////////////////////////////////////////////////////////////////////////////////////////////////////////////////////////////////////////8CAAMBAwAAAAIA////////DgAGTGlua0RhdGFMaXN0XzAEAAAAAAAFAAAAAAAFAAAAAwAFAAAAAAAFAAAAAwAFAAAAAAAFAAAAAwADAAYBAwAAAAMA////////DgAGTGlua0RhdGFMaXN0XzEEAAAAAQAFAAAAAgAFAAAABAAFAAAAAgAFAAAABAAFAAAAAg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93089412"/>
  <p:tag name="EMPOWERCHARTSPROPERTIES_B_LENGTH" val="24576"/>
  <p:tag name="RUNTIME_ID" val="a88e1660-abe1-46af-97ef-14f5fcd55a10"/>
</p:tagLst>
</file>

<file path=ppt/tags/tag1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YBAQEBAQEBAQEBAQEBAQMAAAAAAAAAAwAAAAMAAAAA/////wUAhgsAAAAAAAAAAAAAIAD///////////////8AAAD///////////////8DAAAABAD///////8DAAAABAD///////8DAAAABAD///////8DAAAAAgD///////8DAAAAAgD///////8DAAAAAwD///////8DAAAAAwD///////////////////////////////////////////////////////////////////////////////////////////////////////////////////////////////////////////////////////////////////////////////////////////////////////////////////////////////////////////////////////////////////////////////////////////////////////////////////////////////////////////////////////////////////////////////////////////////////////////////8BACAA////////////////AAAO////////AwAAAAMA////////////////////////////////////////////////////////////////////////////////////////////////////////////////////////////////////////////////////////////////////////////////////////////////////////////////////////////////////////////////////////////////////////////////////////////////////////////////////////////////////////////////////////////////////////////////////////////////////////////////////////////////////////////////////////////////////////////////////////////////////////////////////////AgAFAP///////wUAAAACABAAC+SbvXXgBrlEjFhHGP0X3qYEAAAAAAADAAAABAADAAAAAwADAAAABAADAAAAAwADAAAABAADAAAAAwADAAAAAAADAAAAAwADAAAAAAADAAAAAwADAAcA////////BQAAAAMAEAALX13p4nbIx0iJzapDhnppZAQAAAABAAMAAAACAAMAAAABAAMAAAACAP///////wMAAAACAP///////wMAAAACAP///////wMAAAACAP///////wMAAAAAAP///////wMAAAAAAP///////wQAAwD///////8FAAAABAAQAAtBqSdkgCZ6R6LmeSjuaNE7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5Ju9deAGuUSMWEcY/RfepgREYXRhAAUAAAAAAk5hbWUADQAAAExpbmtEYXRhTGlzdAAQVmVyc2lvbgAAAAAACUxhc3RXcml0ZQC81ZqjlQEAAAABAP////9hAGEAAAAFX2lkABAAAAAEX13p4nbIx0iJzapDhnppZAREYXRhAAUAAAAAAk5hbWUADQAAAExpbmtEYXRhTGlzdAAQVmVyc2lvbgABAAAACUxhc3RXcml0ZQC91ZqjlQEAAAACAP////9wAHAAAAAFX2lkABAAAAAEQaknZIAmekei5nko7mjROwNEYXRhABYAAAACUGVyc29uYWxJZAABAAAAAAACTmFtZQALAAAAUGVyc29uYWxJZAAQVmVyc2lvbgAAAAAACUxhc3RXcml0ZQDa1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EAP///////wUAAAAEAP///////wUAAAAEAP///////wUAAAAEAP///////////////////////////////////////////////////////////////////////////////////////////////////////////////////////////////////////////////////////////////////////////////////////////////////////////////////////////////////////////////////////////////////////////////////////////////////////////////////////////////////////////////////////////////////////////////////////////////////////////////////////////////wEAIAH///////////////8AAA7///////8FAAAABAD///////////////////////////////////////////////////////////////////////////////////////////////////////////////////////////////////////////////////////////////////////////////////////////////////////////////////////////////////////////////////////////////////////////////////////////////////////////////////////////////////////////////////////////////////////////////////////////////////////////////////////////////////////////////////////////////////////////////////////////////////////////////////////8CAAIBAwAAAAIA////////DgAGTGlua0RhdGFMaXN0XzAEAAAAAAAFAAAAAAAFAAAAAwAFAAAAAAAFAAAABAADAAEBAwAAAAMA////////DgAGTGlua0RhdGFMaXN0XzEEAAAAAQAFAAAAAgAFAAAABAAEAAYBAwAAAAQA////////DAAGUGVyc29uYWxJZF8wBAAAAAIABQAAAAMABQAAAAEABQAAAAI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83955636"/>
  <p:tag name="EMPOWERCHARTSPROPERTIES_B_LENGTH" val="24576"/>
  <p:tag name="RUNTIME_ID" val="98e50d68-2ee9-4f9d-beda-d0039d4616c3"/>
</p:tagLst>
</file>

<file path=ppt/tags/tag1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8gsAAAAAAAAAAAAAIAD///////////////8AAAD///////////////8DAAAAAgD///////8DAAAAAgD///////8DAAAAAgD///////////////////////////////////////////////////////////////////////////////////////////////////////////////////////////////////////////////////////////////////////////////////////////////////////////////////////////////////////////////////////////////////////////////////////////////////////////////////////////////////////////////////////////////////////////////////////////////////////////////////////////////////////////////////////////////////////////////8BACAA////////////////AAAO////////AwAAAAMA////////////////////////////////////////////////////////////////////////////////////////////////////////////////////////////////////////////////////////////////////////////////////////////////////////////////////////////////////////////////////////////////////////////////////////////////////////////////////////////////////////////////////////////////////////////////////////////////////////////////////////////////////////////////////////////////////////////////////////////////////////////////////////AgADAP///////wUAAAACABAAC8zVWAlR59tMsWVTHUpS+MoEAAAAAAADAAAAAAADAAAABAADAAAAAAADAAAAAwADAAAAAAD///////8DAAIA////////BQAAAAMAEAAL8v1Yk1yN1kODCdq/IprkggQAAAABAAMAAAAEAAMAAAABAAMAAAACAP///////wQAAQD///////8FAAAABAAQAAtoq04WwzSlTpYO6+zxhYD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NVYCVHn20yxZVMdSlL4ygREYXRhAAUAAAAAAk5hbWUADQAAAExpbmtEYXRhTGlzdAAQVmVyc2lvbgAAAAAACUxhc3RXcml0ZQBX2ZqjlQEAAAABAP////9hAGEAAAAFX2lkABAAAAAE8v1Yk1yN1kODCdq/IprkggREYXRhAAUAAAAAAk5hbWUADQAAAExpbmtEYXRhTGlzdAAQVmVyc2lvbgABAAAACUxhc3RXcml0ZQBX2ZqjlQEAAAACAP////9wAHAAAAAFX2lkABAAAAAEaKtOFsM0pU6WDuvs8YWAzwNEYXRhABYAAAACUGVyc29uYWxJZAABAAAAAAACTmFtZQALAAAAUGVyc29uYWxJZAAQVmVyc2lvbgAAAAAACUxhc3RXcml0ZQBr2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DAP///////wUAAAADAP///////wUAAAADAP///////////////////////////////////////////////////////////////////////////////////////////////////////////////////////////////////////////////////////////////////////////////////////////////////////////////////////////////////////////////////////////////////////////////////////////////////////////////////////////////////////////////////////////////////////////////////////////////////////////////////////////////wEAIAH///////////////8AAA7///////8FAAAABAD///////////////////////////////////////////////////////////////////////////////////////////////////////////////////////////////////////////////////////////////////////////////////////////////////////////////////////////////////////////////////////////////////////////////////////////////////////////////////////////////////////////////////////////////////////////////////////////////////////////////////////////////////////////////////////////////////////////////////////////////////////////////////////8CAAMBAwAAAAIA////////DgAGTGlua0RhdGFMaXN0XzAEAAAAAAAFAAAAAAAFAAAAAwAFAAAAAAAFAAAAAwAFAAAAAAAFAAAAAwADAAYBAwAAAAMA////////DgAGTGlua0RhdGFMaXN0XzEEAAAAAQAFAAAAAgAFAAAABAAFAAAAAgAFAAAABAAFAAAAAg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93089412"/>
  <p:tag name="EMPOWERCHARTSPROPERTIES_B_LENGTH" val="24576"/>
  <p:tag name="RUNTIME_ID" val="bed57275-e24e-4d3e-ac8c-008593acca0f"/>
</p:tagLst>
</file>

<file path=ppt/tags/tag15.xml><?xml version="1.0" encoding="utf-8"?>
<p:tagLst xmlns:a="http://schemas.openxmlformats.org/drawingml/2006/main" xmlns:r="http://schemas.openxmlformats.org/officeDocument/2006/relationships" xmlns:p="http://schemas.openxmlformats.org/presentationml/2006/main">
  <p:tag name="SAXCONVERTED" val="2"/>
</p:tagLst>
</file>

<file path=ppt/tags/tag16.xml><?xml version="1.0" encoding="utf-8"?>
<p:tagLst xmlns:a="http://schemas.openxmlformats.org/drawingml/2006/main" xmlns:r="http://schemas.openxmlformats.org/officeDocument/2006/relationships" xmlns:p="http://schemas.openxmlformats.org/presentationml/2006/main">
  <p:tag name="SAXCONVERTED" val="2"/>
</p:tagLst>
</file>

<file path=ppt/tags/tag1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fd8VOCnxZEmWZpt9S/OkwEAAAAAAADAAAAAAADAAAABAADAAEA////////BQAAAAMAEAALHoNix9dKUkiia2ogAb631AQAAAABAAMAAAAEAAMAAAABAAQAAQD///////8FAAAABAAQAAvKVs+txfINR7YpGm7fyIb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93xU4KfFkSZZmm31L86TAREYXRhAAUAAAAAAk5hbWUADQAAAExpbmtEYXRhTGlzdAAQVmVyc2lvbgAAAAAACUxhc3RXcml0ZQA00pqjlQEAAAABAP////9hAGEAAAAFX2lkABAAAAAEHoNix9dKUkiia2ogAb631AREYXRhAAUAAAAAAk5hbWUADQAAAExpbmtEYXRhTGlzdAAQVmVyc2lvbgABAAAACUxhc3RXcml0ZQA20pqjlQEAAAACAP////9wAHAAAAAFX2lkABAAAAAEylbPrcXyDUe2KRpu38iG/QNEYXRhABYAAAACUGVyc29uYWxJZAABAAAAAAACTmFtZQALAAAAUGVyc29uYWxJZAAQVmVyc2lvbgAAAAAACUxhc3RXcml0ZQBT0p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74922919"/>
  <p:tag name="EMPOWERCHARTSPROPERTIES_B_LENGTH" val="24576"/>
  <p:tag name="RUNTIME_ID" val="a9de026e-6d86-4be6-b347-5032597c1476"/>
</p:tagLst>
</file>

<file path=ppt/tags/tag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8gsAAAAAAAAAAAAAIAD///////////////8AAAD///////////////8DAAAAAgD///////8DAAAAAgD///////8DAAAAAgD///////////////////////////////////////////////////////////////////////////////////////////////////////////////////////////////////////////////////////////////////////////////////////////////////////////////////////////////////////////////////////////////////////////////////////////////////////////////////////////////////////////////////////////////////////////////////////////////////////////////////////////////////////////////////////////////////////////////8BACAA////////////////AAAO////////AwAAAAMA////////////////////////////////////////////////////////////////////////////////////////////////////////////////////////////////////////////////////////////////////////////////////////////////////////////////////////////////////////////////////////////////////////////////////////////////////////////////////////////////////////////////////////////////////////////////////////////////////////////////////////////////////////////////////////////////////////////////////////////////////////////////////////AgADAP///////wUAAAACABAAC8zVWAlR59tMsWVTHUpS+MoEAAAAAAADAAAAAAADAAAABAADAAAAAAADAAAAAwADAAAAAAD///////8DAAIA////////BQAAAAMAEAAL8v1Yk1yN1kODCdq/IprkggQAAAABAAMAAAAEAAMAAAABAAMAAAACAP///////wQAAQD///////8FAAAABAAQAAtoq04WwzSlTpYO6+zxhYD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NVYCVHn20yxZVMdSlL4ygREYXRhAAUAAAAAAk5hbWUADQAAAExpbmtEYXRhTGlzdAAQVmVyc2lvbgAAAAAACUxhc3RXcml0ZQBX2ZqjlQEAAAABAP////9hAGEAAAAFX2lkABAAAAAE8v1Yk1yN1kODCdq/IprkggREYXRhAAUAAAAAAk5hbWUADQAAAExpbmtEYXRhTGlzdAAQVmVyc2lvbgABAAAACUxhc3RXcml0ZQBX2ZqjlQEAAAACAP////9wAHAAAAAFX2lkABAAAAAEaKtOFsM0pU6WDuvs8YWAzwNEYXRhABYAAAACUGVyc29uYWxJZAABAAAAAAACTmFtZQALAAAAUGVyc29uYWxJZAAQVmVyc2lvbgAAAAAACUxhc3RXcml0ZQBr2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DAP///////wUAAAADAP///////wUAAAADAP///////////////////////////////////////////////////////////////////////////////////////////////////////////////////////////////////////////////////////////////////////////////////////////////////////////////////////////////////////////////////////////////////////////////////////////////////////////////////////////////////////////////////////////////////////////////////////////////////////////////////////////////wEAIAH///////////////8AAA7///////8FAAAABAD///////////////////////////////////////////////////////////////////////////////////////////////////////////////////////////////////////////////////////////////////////////////////////////////////////////////////////////////////////////////////////////////////////////////////////////////////////////////////////////////////////////////////////////////////////////////////////////////////////////////////////////////////////////////////////////////////////////////////////////////////////////////////////8CAAMBAwAAAAIA////////DgAGTGlua0RhdGFMaXN0XzAEAAAAAAAFAAAAAAAFAAAAAwAFAAAAAAAFAAAAAwAFAAAAAAAFAAAAAwADAAYBAwAAAAMA////////DgAGTGlua0RhdGFMaXN0XzEEAAAAAQAFAAAAAgAFAAAABAAFAAAAAgAFAAAABAAFAAAAAg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93089412"/>
  <p:tag name="EMPOWERCHARTSPROPERTIES_B_LENGTH" val="24576"/>
  <p:tag name="RUNTIME_ID" val="a88e1660-abe1-46af-97ef-14f5fcd55a10"/>
</p:tagLst>
</file>

<file path=ppt/tags/tag1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YBAQEBAQEBAQEBAQEBAQMAAAAAAAAAAwAAAAMAAAAA/////wUAhgsAAAAAAAAAAAAAIAD///////////////8AAAD///////////////8DAAAABAD///////8DAAAABAD///////8DAAAABAD///////8DAAAAAgD///////8DAAAAAgD///////8DAAAAAwD///////8DAAAAAwD///////////////////////////////////////////////////////////////////////////////////////////////////////////////////////////////////////////////////////////////////////////////////////////////////////////////////////////////////////////////////////////////////////////////////////////////////////////////////////////////////////////////////////////////////////////////////////////////////////////////8BACAA////////////////AAAO////////AwAAAAMA////////////////////////////////////////////////////////////////////////////////////////////////////////////////////////////////////////////////////////////////////////////////////////////////////////////////////////////////////////////////////////////////////////////////////////////////////////////////////////////////////////////////////////////////////////////////////////////////////////////////////////////////////////////////////////////////////////////////////////////////////////////////////////AgAFAP///////wUAAAACABAAC+SbvXXgBrlEjFhHGP0X3qYEAAAAAAADAAAABAADAAAAAwADAAAABAADAAAAAwADAAAABAADAAAAAwADAAAAAAADAAAAAwADAAAAAAADAAAAAwADAAcA////////BQAAAAMAEAALX13p4nbIx0iJzapDhnppZAQAAAABAAMAAAACAAMAAAABAAMAAAACAP///////wMAAAACAP///////wMAAAACAP///////wMAAAACAP///////wMAAAAAAP///////wMAAAAAAP///////wQAAwD///////8FAAAABAAQAAtBqSdkgCZ6R6LmeSjuaNE7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5Ju9deAGuUSMWEcY/RfepgREYXRhAAUAAAAAAk5hbWUADQAAAExpbmtEYXRhTGlzdAAQVmVyc2lvbgAAAAAACUxhc3RXcml0ZQC81ZqjlQEAAAABAP////9hAGEAAAAFX2lkABAAAAAEX13p4nbIx0iJzapDhnppZAREYXRhAAUAAAAAAk5hbWUADQAAAExpbmtEYXRhTGlzdAAQVmVyc2lvbgABAAAACUxhc3RXcml0ZQC91ZqjlQEAAAACAP////9wAHAAAAAFX2lkABAAAAAEQaknZIAmekei5nko7mjROwNEYXRhABYAAAACUGVyc29uYWxJZAABAAAAAAACTmFtZQALAAAAUGVyc29uYWxJZAAQVmVyc2lvbgAAAAAACUxhc3RXcml0ZQDa1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EAP///////wUAAAAEAP///////wUAAAAEAP///////wUAAAAEAP///////////////////////////////////////////////////////////////////////////////////////////////////////////////////////////////////////////////////////////////////////////////////////////////////////////////////////////////////////////////////////////////////////////////////////////////////////////////////////////////////////////////////////////////////////////////////////////////////////////////////////////////wEAIAH///////////////8AAA7///////8FAAAABAD///////////////////////////////////////////////////////////////////////////////////////////////////////////////////////////////////////////////////////////////////////////////////////////////////////////////////////////////////////////////////////////////////////////////////////////////////////////////////////////////////////////////////////////////////////////////////////////////////////////////////////////////////////////////////////////////////////////////////////////////////////////////////////8CAAIBAwAAAAIA////////DgAGTGlua0RhdGFMaXN0XzAEAAAAAAAFAAAAAAAFAAAAAwAFAAAAAAAFAAAABAADAAEBAwAAAAMA////////DgAGTGlua0RhdGFMaXN0XzEEAAAAAQAFAAAAAgAFAAAABAAEAAYBAwAAAAQA////////DAAGUGVyc29uYWxJZF8wBAAAAAIABQAAAAMABQAAAAEABQAAAAI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83955636"/>
  <p:tag name="EMPOWERCHARTSPROPERTIES_B_LENGTH" val="24576"/>
  <p:tag name="RUNTIME_ID" val="98e50d68-2ee9-4f9d-beda-d0039d4616c3"/>
</p:tagLst>
</file>

<file path=ppt/tags/tag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8gsAAAAAAAAAAAAAIAD///////////////8AAAD///////////////8DAAAAAgD///////8DAAAAAgD///////8DAAAAAgD///////////////////////////////////////////////////////////////////////////////////////////////////////////////////////////////////////////////////////////////////////////////////////////////////////////////////////////////////////////////////////////////////////////////////////////////////////////////////////////////////////////////////////////////////////////////////////////////////////////////////////////////////////////////////////////////////////////////8BACAA////////////////AAAO////////AwAAAAMA////////////////////////////////////////////////////////////////////////////////////////////////////////////////////////////////////////////////////////////////////////////////////////////////////////////////////////////////////////////////////////////////////////////////////////////////////////////////////////////////////////////////////////////////////////////////////////////////////////////////////////////////////////////////////////////////////////////////////////////////////////////////////////AgADAP///////wUAAAACABAAC8zVWAlR59tMsWVTHUpS+MoEAAAAAAADAAAAAAADAAAABAADAAAAAAADAAAAAwADAAAAAAD///////8DAAIA////////BQAAAAMAEAAL8v1Yk1yN1kODCdq/IprkggQAAAABAAMAAAAEAAMAAAABAAMAAAACAP///////wQAAQD///////8FAAAABAAQAAtoq04WwzSlTpYO6+zxhYD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NVYCVHn20yxZVMdSlL4ygREYXRhAAUAAAAAAk5hbWUADQAAAExpbmtEYXRhTGlzdAAQVmVyc2lvbgAAAAAACUxhc3RXcml0ZQBX2ZqjlQEAAAABAP////9hAGEAAAAFX2lkABAAAAAE8v1Yk1yN1kODCdq/IprkggREYXRhAAUAAAAAAk5hbWUADQAAAExpbmtEYXRhTGlzdAAQVmVyc2lvbgABAAAACUxhc3RXcml0ZQBX2ZqjlQEAAAACAP////9wAHAAAAAFX2lkABAAAAAEaKtOFsM0pU6WDuvs8YWAzwNEYXRhABYAAAACUGVyc29uYWxJZAABAAAAAAACTmFtZQALAAAAUGVyc29uYWxJZAAQVmVyc2lvbgAAAAAACUxhc3RXcml0ZQBr2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DAP///////wUAAAADAP///////wUAAAADAP///////////////////////////////////////////////////////////////////////////////////////////////////////////////////////////////////////////////////////////////////////////////////////////////////////////////////////////////////////////////////////////////////////////////////////////////////////////////////////////////////////////////////////////////////////////////////////////////////////////////////////////////wEAIAH///////////////8AAA7///////8FAAAABAD///////////////////////////////////////////////////////////////////////////////////////////////////////////////////////////////////////////////////////////////////////////////////////////////////////////////////////////////////////////////////////////////////////////////////////////////////////////////////////////////////////////////////////////////////////////////////////////////////////////////////////////////////////////////////////////////////////////////////////////////////////////////////////8CAAMBAwAAAAIA////////DgAGTGlua0RhdGFMaXN0XzAEAAAAAAAFAAAAAAAFAAAAAwAFAAAAAAAFAAAAAwAFAAAAAAAFAAAAAwADAAYBAwAAAAMA////////DgAGTGlua0RhdGFMaXN0XzEEAAAAAQAFAAAAAgAFAAAABAAFAAAAAgAFAAAABAAFAAAAAg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93089412"/>
  <p:tag name="EMPOWERCHARTSPROPERTIES_B_LENGTH" val="24576"/>
  <p:tag name="RUNTIME_ID" val="bed57275-e24e-4d3e-ac8c-008593acca0f"/>
</p:tagLst>
</file>

<file path=ppt/tags/tag21.xml><?xml version="1.0" encoding="utf-8"?>
<p:tagLst xmlns:a="http://schemas.openxmlformats.org/drawingml/2006/main" xmlns:r="http://schemas.openxmlformats.org/officeDocument/2006/relationships" xmlns:p="http://schemas.openxmlformats.org/presentationml/2006/main">
  <p:tag name="SAXCONVERTED" val="2"/>
</p:tagLst>
</file>

<file path=ppt/tags/tag2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fd8VOCnxZEmWZpt9S/OkwEAAAAAAADAAAAAAADAAAABAADAAEA////////BQAAAAMAEAALHoNix9dKUkiia2ogAb631AQAAAABAAMAAAAEAAMAAAABAAQAAQD///////8FAAAABAAQAAvKVs+txfINR7YpGm7fyIb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93xU4KfFkSZZmm31L86TAREYXRhAAUAAAAAAk5hbWUADQAAAExpbmtEYXRhTGlzdAAQVmVyc2lvbgAAAAAACUxhc3RXcml0ZQA00pqjlQEAAAABAP////9hAGEAAAAFX2lkABAAAAAEHoNix9dKUkiia2ogAb631AREYXRhAAUAAAAAAk5hbWUADQAAAExpbmtEYXRhTGlzdAAQVmVyc2lvbgABAAAACUxhc3RXcml0ZQA20pqjlQEAAAACAP////9wAHAAAAAFX2lkABAAAAAEylbPrcXyDUe2KRpu38iG/QNEYXRhABYAAAACUGVyc29uYWxJZAABAAAAAAACTmFtZQALAAAAUGVyc29uYWxJZAAQVmVyc2lvbgAAAAAACUxhc3RXcml0ZQBT0p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74922919"/>
  <p:tag name="EMPOWERCHARTSPROPERTIES_B_LENGTH" val="24576"/>
  <p:tag name="RUNTIME_ID" val="a9de026e-6d86-4be6-b347-5032597c1476"/>
</p:tagLst>
</file>

<file path=ppt/tags/tag2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8gsAAAAAAAAAAAAAIAD///////////////8AAAD///////////////8DAAAAAgD///////8DAAAAAgD///////8DAAAAAgD///////////////////////////////////////////////////////////////////////////////////////////////////////////////////////////////////////////////////////////////////////////////////////////////////////////////////////////////////////////////////////////////////////////////////////////////////////////////////////////////////////////////////////////////////////////////////////////////////////////////////////////////////////////////////////////////////////////////8BACAA////////////////AAAO////////AwAAAAMA////////////////////////////////////////////////////////////////////////////////////////////////////////////////////////////////////////////////////////////////////////////////////////////////////////////////////////////////////////////////////////////////////////////////////////////////////////////////////////////////////////////////////////////////////////////////////////////////////////////////////////////////////////////////////////////////////////////////////////////////////////////////////////AgADAP///////wUAAAACABAAC8zVWAlR59tMsWVTHUpS+MoEAAAAAAADAAAAAAADAAAABAADAAAAAAADAAAAAwADAAAAAAD///////8DAAIA////////BQAAAAMAEAAL8v1Yk1yN1kODCdq/IprkggQAAAABAAMAAAAEAAMAAAABAAMAAAACAP///////wQAAQD///////8FAAAABAAQAAtoq04WwzSlTpYO6+zxhYD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NVYCVHn20yxZVMdSlL4ygREYXRhAAUAAAAAAk5hbWUADQAAAExpbmtEYXRhTGlzdAAQVmVyc2lvbgAAAAAACUxhc3RXcml0ZQBX2ZqjlQEAAAABAP////9hAGEAAAAFX2lkABAAAAAE8v1Yk1yN1kODCdq/IprkggREYXRhAAUAAAAAAk5hbWUADQAAAExpbmtEYXRhTGlzdAAQVmVyc2lvbgABAAAACUxhc3RXcml0ZQBX2ZqjlQEAAAACAP////9wAHAAAAAFX2lkABAAAAAEaKtOFsM0pU6WDuvs8YWAzwNEYXRhABYAAAACUGVyc29uYWxJZAABAAAAAAACTmFtZQALAAAAUGVyc29uYWxJZAAQVmVyc2lvbgAAAAAACUxhc3RXcml0ZQBr2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DAP///////wUAAAADAP///////wUAAAADAP///////////////////////////////////////////////////////////////////////////////////////////////////////////////////////////////////////////////////////////////////////////////////////////////////////////////////////////////////////////////////////////////////////////////////////////////////////////////////////////////////////////////////////////////////////////////////////////////////////////////////////////////wEAIAH///////////////8AAA7///////8FAAAABAD///////////////////////////////////////////////////////////////////////////////////////////////////////////////////////////////////////////////////////////////////////////////////////////////////////////////////////////////////////////////////////////////////////////////////////////////////////////////////////////////////////////////////////////////////////////////////////////////////////////////////////////////////////////////////////////////////////////////////////////////////////////////////////8CAAMBAwAAAAIA////////DgAGTGlua0RhdGFMaXN0XzAEAAAAAAAFAAAAAAAFAAAAAwAFAAAAAAAFAAAAAwAFAAAAAAAFAAAAAwADAAYBAwAAAAMA////////DgAGTGlua0RhdGFMaXN0XzEEAAAAAQAFAAAAAgAFAAAABAAFAAAAAgAFAAAABAAFAAAAAg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93089412"/>
  <p:tag name="EMPOWERCHARTSPROPERTIES_B_LENGTH" val="24576"/>
  <p:tag name="RUNTIME_ID" val="a88e1660-abe1-46af-97ef-14f5fcd55a10"/>
</p:tagLst>
</file>

<file path=ppt/tags/tag2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YBAQEBAQEBAQEBAQEBAQMAAAAAAAAAAwAAAAMAAAAA/////wUAhgsAAAAAAAAAAAAAIAD///////////////8AAAD///////////////8DAAAABAD///////8DAAAABAD///////8DAAAABAD///////8DAAAAAgD///////8DAAAAAgD///////8DAAAAAwD///////8DAAAAAwD///////////////////////////////////////////////////////////////////////////////////////////////////////////////////////////////////////////////////////////////////////////////////////////////////////////////////////////////////////////////////////////////////////////////////////////////////////////////////////////////////////////////////////////////////////////////////////////////////////////////8BACAA////////////////AAAO////////AwAAAAMA////////////////////////////////////////////////////////////////////////////////////////////////////////////////////////////////////////////////////////////////////////////////////////////////////////////////////////////////////////////////////////////////////////////////////////////////////////////////////////////////////////////////////////////////////////////////////////////////////////////////////////////////////////////////////////////////////////////////////////////////////////////////////////AgAFAP///////wUAAAACABAAC+SbvXXgBrlEjFhHGP0X3qYEAAAAAAADAAAABAADAAAAAwADAAAABAADAAAAAwADAAAABAADAAAAAwADAAAAAAADAAAAAwADAAAAAAADAAAAAwADAAcA////////BQAAAAMAEAALX13p4nbIx0iJzapDhnppZAQAAAABAAMAAAACAAMAAAABAAMAAAACAP///////wMAAAACAP///////wMAAAACAP///////wMAAAACAP///////wMAAAAAAP///////wMAAAAAAP///////wQAAwD///////8FAAAABAAQAAtBqSdkgCZ6R6LmeSjuaNE7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5Ju9deAGuUSMWEcY/RfepgREYXRhAAUAAAAAAk5hbWUADQAAAExpbmtEYXRhTGlzdAAQVmVyc2lvbgAAAAAACUxhc3RXcml0ZQC81ZqjlQEAAAABAP////9hAGEAAAAFX2lkABAAAAAEX13p4nbIx0iJzapDhnppZAREYXRhAAUAAAAAAk5hbWUADQAAAExpbmtEYXRhTGlzdAAQVmVyc2lvbgABAAAACUxhc3RXcml0ZQC91ZqjlQEAAAACAP////9wAHAAAAAFX2lkABAAAAAEQaknZIAmekei5nko7mjROwNEYXRhABYAAAACUGVyc29uYWxJZAABAAAAAAACTmFtZQALAAAAUGVyc29uYWxJZAAQVmVyc2lvbgAAAAAACUxhc3RXcml0ZQDa1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EAP///////wUAAAAEAP///////wUAAAAEAP///////wUAAAAEAP///////////////////////////////////////////////////////////////////////////////////////////////////////////////////////////////////////////////////////////////////////////////////////////////////////////////////////////////////////////////////////////////////////////////////////////////////////////////////////////////////////////////////////////////////////////////////////////////////////////////////////////////wEAIAH///////////////8AAA7///////8FAAAABAD///////////////////////////////////////////////////////////////////////////////////////////////////////////////////////////////////////////////////////////////////////////////////////////////////////////////////////////////////////////////////////////////////////////////////////////////////////////////////////////////////////////////////////////////////////////////////////////////////////////////////////////////////////////////////////////////////////////////////////////////////////////////////////8CAAIBAwAAAAIA////////DgAGTGlua0RhdGFMaXN0XzAEAAAAAAAFAAAAAAAFAAAAAwAFAAAAAAAFAAAABAADAAEBAwAAAAMA////////DgAGTGlua0RhdGFMaXN0XzEEAAAAAQAFAAAAAgAFAAAABAAEAAYBAwAAAAQA////////DAAGUGVyc29uYWxJZF8wBAAAAAIABQAAAAMABQAAAAEABQAAAAI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83955636"/>
  <p:tag name="EMPOWERCHARTSPROPERTIES_B_LENGTH" val="24576"/>
  <p:tag name="RUNTIME_ID" val="98e50d68-2ee9-4f9d-beda-d0039d4616c3"/>
</p:tagLst>
</file>

<file path=ppt/tags/tag2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8gsAAAAAAAAAAAAAIAD///////////////8AAAD///////////////8DAAAAAgD///////8DAAAAAgD///////8DAAAAAgD///////////////////////////////////////////////////////////////////////////////////////////////////////////////////////////////////////////////////////////////////////////////////////////////////////////////////////////////////////////////////////////////////////////////////////////////////////////////////////////////////////////////////////////////////////////////////////////////////////////////////////////////////////////////////////////////////////////////8BACAA////////////////AAAO////////AwAAAAMA////////////////////////////////////////////////////////////////////////////////////////////////////////////////////////////////////////////////////////////////////////////////////////////////////////////////////////////////////////////////////////////////////////////////////////////////////////////////////////////////////////////////////////////////////////////////////////////////////////////////////////////////////////////////////////////////////////////////////////////////////////////////////////AgADAP///////wUAAAACABAAC8zVWAlR59tMsWVTHUpS+MoEAAAAAAADAAAAAAADAAAABAADAAAAAAADAAAAAwADAAAAAAD///////8DAAIA////////BQAAAAMAEAAL8v1Yk1yN1kODCdq/IprkggQAAAABAAMAAAAEAAMAAAABAAMAAAACAP///////wQAAQD///////8FAAAABAAQAAtoq04WwzSlTpYO6+zxhYD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NVYCVHn20yxZVMdSlL4ygREYXRhAAUAAAAAAk5hbWUADQAAAExpbmtEYXRhTGlzdAAQVmVyc2lvbgAAAAAACUxhc3RXcml0ZQBX2ZqjlQEAAAABAP////9hAGEAAAAFX2lkABAAAAAE8v1Yk1yN1kODCdq/IprkggREYXRhAAUAAAAAAk5hbWUADQAAAExpbmtEYXRhTGlzdAAQVmVyc2lvbgABAAAACUxhc3RXcml0ZQBX2ZqjlQEAAAACAP////9wAHAAAAAFX2lkABAAAAAEaKtOFsM0pU6WDuvs8YWAzwNEYXRhABYAAAACUGVyc29uYWxJZAABAAAAAAACTmFtZQALAAAAUGVyc29uYWxJZAAQVmVyc2lvbgAAAAAACUxhc3RXcml0ZQBr2Zqj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DAP///////wUAAAADAP///////wUAAAADAP///////////////////////////////////////////////////////////////////////////////////////////////////////////////////////////////////////////////////////////////////////////////////////////////////////////////////////////////////////////////////////////////////////////////////////////////////////////////////////////////////////////////////////////////////////////////////////////////////////////////////////////////wEAIAH///////////////8AAA7///////8FAAAABAD///////////////////////////////////////////////////////////////////////////////////////////////////////////////////////////////////////////////////////////////////////////////////////////////////////////////////////////////////////////////////////////////////////////////////////////////////////////////////////////////////////////////////////////////////////////////////////////////////////////////////////////////////////////////////////////////////////////////////////////////////////////////////////8CAAMBAwAAAAIA////////DgAGTGlua0RhdGFMaXN0XzAEAAAAAAAFAAAAAAAFAAAAAwAFAAAAAAAFAAAAAwAFAAAAAAAFAAAAAwADAAYBAwAAAAMA////////DgAGTGlua0RhdGFMaXN0XzEEAAAAAQAFAAAAAgAFAAAABAAFAAAAAgAFAAAABAAFAAAAAg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78033893089412"/>
  <p:tag name="EMPOWERCHARTSPROPERTIES_B_LENGTH" val="24576"/>
  <p:tag name="RUNTIME_ID" val="bed57275-e24e-4d3e-ac8c-008593acca0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Eurostile" panose="020B05030201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urostile" panose="020B05030201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25</Slides>
  <Notes>10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Right Sizing Classic AUTOSAR for Real-World Automotive ECUs</vt:lpstr>
      <vt:lpstr>PowerPoint Presentation</vt:lpstr>
      <vt:lpstr>PowerPoint Presentation</vt:lpstr>
      <vt:lpstr>Complexity in automotive software development </vt:lpstr>
      <vt:lpstr>A Consortium, a Standard, an Architectural model…or what??? Everything!</vt:lpstr>
      <vt:lpstr>Why the automotive industry needs middleware </vt:lpstr>
      <vt:lpstr>Problem and Solution </vt:lpstr>
      <vt:lpstr>PowerPoint Presentation</vt:lpstr>
      <vt:lpstr>PowerPoint Presentation</vt:lpstr>
      <vt:lpstr>PowerPoint Presentation</vt:lpstr>
      <vt:lpstr>PowerPoint Presentation</vt:lpstr>
      <vt:lpstr>PowerPoint Presentation</vt:lpstr>
      <vt:lpstr>PowerPoint Presentation</vt:lpstr>
      <vt:lpstr>Jeopardy during development</vt:lpstr>
      <vt:lpstr>What is the root cause of these challenges?</vt:lpstr>
      <vt:lpstr>What is the root cause of these challenges?</vt:lpstr>
      <vt:lpstr>PowerPoint Presentation</vt:lpstr>
      <vt:lpstr>PowerPoint Presentation</vt:lpstr>
      <vt:lpstr>PowerPoint Presentation</vt:lpstr>
      <vt:lpstr>PowerPoint Presentation</vt:lpstr>
      <vt:lpstr>PowerPoint Presentation</vt:lpstr>
      <vt:lpstr>Reliable, safe and secure AUTOSAR solution for microcontrollers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Hill Scott</dc:creator>
  <cp:lastModifiedBy> </cp:lastModifiedBy>
  <cp:revision>98</cp:revision>
  <dcterms:created xsi:type="dcterms:W3CDTF">2026-03-30T20:32:24Z</dcterms:created>
  <dcterms:modified xsi:type="dcterms:W3CDTF">2026-09-10T20:14:23Z</dcterms:modified>
</cp:coreProperties>
</file>